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0.svg" ContentType="image/svg+xml"/>
  <Override PartName="/ppt/media/image102.svg" ContentType="image/svg+xml"/>
  <Override PartName="/ppt/media/image104.svg" ContentType="image/svg+xml"/>
  <Override PartName="/ppt/media/image106.svg" ContentType="image/svg+xml"/>
  <Override PartName="/ppt/media/image108.svg" ContentType="image/svg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.svg" ContentType="image/svg+xml"/>
  <Override PartName="/ppt/media/image51.svg" ContentType="image/svg+xml"/>
  <Override PartName="/ppt/media/image53.svg" ContentType="image/svg+xml"/>
  <Override PartName="/ppt/media/image57.svg" ContentType="image/svg+xml"/>
  <Override PartName="/ppt/media/image59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.svg" ContentType="image/svg+xml"/>
  <Override PartName="/ppt/media/image71.svg" ContentType="image/svg+xml"/>
  <Override PartName="/ppt/media/image73.svg" ContentType="image/svg+xml"/>
  <Override PartName="/ppt/media/image77.svg" ContentType="image/svg+xml"/>
  <Override PartName="/ppt/media/image79.svg" ContentType="image/svg+xml"/>
  <Override PartName="/ppt/media/image81.svg" ContentType="image/svg+xml"/>
  <Override PartName="/ppt/media/image83.svg" ContentType="image/svg+xml"/>
  <Override PartName="/ppt/media/image85.svg" ContentType="image/svg+xml"/>
  <Override PartName="/ppt/media/image87.svg" ContentType="image/svg+xml"/>
  <Override PartName="/ppt/media/image89.svg" ContentType="image/svg+xml"/>
  <Override PartName="/ppt/media/image9.svg" ContentType="image/svg+xml"/>
  <Override PartName="/ppt/media/image94.svg" ContentType="image/svg+xml"/>
  <Override PartName="/ppt/media/image96.svg" ContentType="image/svg+xml"/>
  <Override PartName="/ppt/media/image9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13"/>
  </p:notesMasterIdLst>
  <p:handoutMasterIdLst>
    <p:handoutMasterId r:id="rId26"/>
  </p:handoutMasterIdLst>
  <p:sldIdLst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4"/>
    <p:sldId id="267" r:id="rId15"/>
    <p:sldId id="268" r:id="rId16"/>
    <p:sldId id="278" r:id="rId17"/>
    <p:sldId id="273" r:id="rId18"/>
    <p:sldId id="269" r:id="rId19"/>
    <p:sldId id="270" r:id="rId20"/>
    <p:sldId id="275" r:id="rId21"/>
    <p:sldId id="276" r:id="rId22"/>
    <p:sldId id="277" r:id="rId23"/>
    <p:sldId id="271" r:id="rId24"/>
    <p:sldId id="272" r:id="rId25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100" y="260"/>
      </p:cViewPr>
      <p:guideLst>
        <p:guide orient="horz" pos="2196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image" Target="../media/image1.png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image" Target="../media/image1.png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image" Target="../media/image1.png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8" Type="http://schemas.openxmlformats.org/officeDocument/2006/relationships/tags" Target="../tags/tag69.xml"/><Relationship Id="rId17" Type="http://schemas.openxmlformats.org/officeDocument/2006/relationships/tags" Target="../tags/tag68.xml"/><Relationship Id="rId16" Type="http://schemas.openxmlformats.org/officeDocument/2006/relationships/tags" Target="../tags/tag67.xml"/><Relationship Id="rId15" Type="http://schemas.openxmlformats.org/officeDocument/2006/relationships/tags" Target="../tags/tag66.xml"/><Relationship Id="rId14" Type="http://schemas.openxmlformats.org/officeDocument/2006/relationships/tags" Target="../tags/tag65.xml"/><Relationship Id="rId13" Type="http://schemas.openxmlformats.org/officeDocument/2006/relationships/tags" Target="../tags/tag64.xml"/><Relationship Id="rId12" Type="http://schemas.openxmlformats.org/officeDocument/2006/relationships/tags" Target="../tags/tag63.xml"/><Relationship Id="rId11" Type="http://schemas.openxmlformats.org/officeDocument/2006/relationships/tags" Target="../tags/tag62.xml"/><Relationship Id="rId10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 userDrawn="1">
            <p:ph type="title" hasCustomPrompt="1"/>
            <p:custDataLst>
              <p:tags r:id="rId2"/>
            </p:custDataLst>
          </p:nvPr>
        </p:nvSpPr>
        <p:spPr>
          <a:xfrm>
            <a:off x="5107123" y="811262"/>
            <a:ext cx="1977755" cy="1081088"/>
          </a:xfrm>
        </p:spPr>
        <p:txBody>
          <a:bodyPr wrap="square" anchor="b">
            <a:normAutofit/>
          </a:bodyPr>
          <a:lstStyle>
            <a:lvl1pPr algn="ctr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 userDrawn="1"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 userDrawn="1"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 userDrawn="1"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3" hasCustomPrompt="1"/>
            <p:custDataLst>
              <p:tags r:id="rId5"/>
            </p:custDataLst>
          </p:nvPr>
        </p:nvSpPr>
        <p:spPr>
          <a:xfrm>
            <a:off x="695960" y="1301750"/>
            <a:ext cx="10799088" cy="405553"/>
          </a:xfrm>
        </p:spPr>
        <p:txBody>
          <a:bodyPr/>
          <a:lstStyle>
            <a:lvl5pPr>
              <a:buNone/>
              <a:defRPr/>
            </a:lvl5pPr>
          </a:lstStyle>
          <a:p>
            <a:pPr lvl="0"/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7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_1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矩形 10"/>
          <p:cNvSpPr/>
          <p:nvPr userDrawn="1">
            <p:custDataLst>
              <p:tags r:id="rId4"/>
            </p:custDataLst>
          </p:nvPr>
        </p:nvSpPr>
        <p:spPr>
          <a:xfrm>
            <a:off x="862330" y="1003300"/>
            <a:ext cx="10387330" cy="4852035"/>
          </a:xfrm>
          <a:prstGeom prst="rect">
            <a:avLst/>
          </a:prstGeom>
          <a:solidFill>
            <a:schemeClr val="bg1"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zh-CN" altLang="en-US" sz="2400"/>
          </a:p>
        </p:txBody>
      </p:sp>
      <p:sp>
        <p:nvSpPr>
          <p:cNvPr id="7" name="日期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2145771" y="1981200"/>
            <a:ext cx="7875058" cy="4572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spc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20XX YEAR</a:t>
            </a:r>
            <a:endParaRPr lang="zh-CN" altLang="en-US" dirty="0"/>
          </a:p>
        </p:txBody>
      </p:sp>
      <p:sp>
        <p:nvSpPr>
          <p:cNvPr id="6" name="标题 4"/>
          <p:cNvSpPr>
            <a:spLocks noGrp="1"/>
          </p:cNvSpPr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1903677" y="2489200"/>
            <a:ext cx="8384646" cy="18796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单击此处添加文档标题</a:t>
            </a:r>
            <a:endParaRPr lang="zh-CN" altLang="en-US" dirty="0"/>
          </a:p>
        </p:txBody>
      </p:sp>
      <p:sp>
        <p:nvSpPr>
          <p:cNvPr id="12" name="署名占位符 10"/>
          <p:cNvSpPr>
            <a:spLocks noGrp="1"/>
          </p:cNvSpPr>
          <p:nvPr>
            <p:ph type="body" sz="quarter" idx="16387" hasCustomPrompt="1"/>
            <p:custDataLst>
              <p:tags r:id="rId7"/>
            </p:custDataLst>
          </p:nvPr>
        </p:nvSpPr>
        <p:spPr>
          <a:xfrm>
            <a:off x="4812859" y="4419600"/>
            <a:ext cx="2540882" cy="533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BY WPS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>
            <p:custDataLst>
              <p:tags r:id="rId4"/>
            </p:custDataLst>
          </p:nvPr>
        </p:nvSpPr>
        <p:spPr>
          <a:xfrm>
            <a:off x="862330" y="1003300"/>
            <a:ext cx="10387330" cy="4852035"/>
          </a:xfrm>
          <a:prstGeom prst="rect">
            <a:avLst/>
          </a:prstGeom>
          <a:solidFill>
            <a:schemeClr val="bg1"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zh-CN" altLang="en-US" sz="2400"/>
          </a:p>
        </p:txBody>
      </p:sp>
      <p:sp>
        <p:nvSpPr>
          <p:cNvPr id="6" name="标题 1"/>
          <p:cNvSpPr>
            <a:spLocks noGrp="1"/>
          </p:cNvSpPr>
          <p:nvPr>
            <p:ph type="title" idx="16385" hasCustomPrompt="1"/>
            <p:custDataLst>
              <p:tags r:id="rId5"/>
            </p:custDataLst>
          </p:nvPr>
        </p:nvSpPr>
        <p:spPr>
          <a:xfrm>
            <a:off x="1903942" y="3530600"/>
            <a:ext cx="8384117" cy="1524000"/>
          </a:xfrm>
        </p:spPr>
        <p:txBody>
          <a:bodyPr vert="horz" lIns="0" tIns="0" rIns="0" bIns="0"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7" name="文本占位符 2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5332413" y="1905000"/>
            <a:ext cx="1527175" cy="1524000"/>
          </a:xfrm>
        </p:spPr>
        <p:txBody>
          <a:bodyPr vert="horz" lIns="0" tIns="0" rIns="0" bIns="0" anchor="ctr" anchorCtr="0">
            <a:norm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01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>
            <p:custDataLst>
              <p:tags r:id="rId4"/>
            </p:custDataLst>
          </p:nvPr>
        </p:nvSpPr>
        <p:spPr>
          <a:xfrm>
            <a:off x="862330" y="1003300"/>
            <a:ext cx="10387330" cy="4852035"/>
          </a:xfrm>
          <a:prstGeom prst="rect">
            <a:avLst/>
          </a:prstGeom>
          <a:solidFill>
            <a:schemeClr val="bg1"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zh-CN" altLang="en-US" sz="2400"/>
          </a:p>
        </p:txBody>
      </p:sp>
      <p:sp>
        <p:nvSpPr>
          <p:cNvPr id="11" name="Subtitle 10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3364971" y="2667000"/>
            <a:ext cx="54493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3364089" y="3175000"/>
            <a:ext cx="5451122" cy="10160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03</a:t>
            </a:r>
            <a:endParaRPr lang="zh-CN" altLang="en-US"/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04</a:t>
            </a:r>
            <a:endParaRPr lang="zh-CN" altLang="en-US"/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2" Type="http://schemas.openxmlformats.org/officeDocument/2006/relationships/theme" Target="../theme/theme2.xml"/><Relationship Id="rId21" Type="http://schemas.openxmlformats.org/officeDocument/2006/relationships/tags" Target="../tags/tag77.xml"/><Relationship Id="rId20" Type="http://schemas.openxmlformats.org/officeDocument/2006/relationships/tags" Target="../tags/tag76.xml"/><Relationship Id="rId2" Type="http://schemas.openxmlformats.org/officeDocument/2006/relationships/slideLayout" Target="../slideLayouts/slideLayout12.xml"/><Relationship Id="rId19" Type="http://schemas.openxmlformats.org/officeDocument/2006/relationships/tags" Target="../tags/tag75.xml"/><Relationship Id="rId18" Type="http://schemas.openxmlformats.org/officeDocument/2006/relationships/tags" Target="../tags/tag74.xml"/><Relationship Id="rId17" Type="http://schemas.openxmlformats.org/officeDocument/2006/relationships/tags" Target="../tags/tag73.xml"/><Relationship Id="rId16" Type="http://schemas.openxmlformats.org/officeDocument/2006/relationships/tags" Target="../tags/tag72.xml"/><Relationship Id="rId15" Type="http://schemas.openxmlformats.org/officeDocument/2006/relationships/tags" Target="../tags/tag71.xml"/><Relationship Id="rId14" Type="http://schemas.openxmlformats.org/officeDocument/2006/relationships/image" Target="../media/image1.png"/><Relationship Id="rId13" Type="http://schemas.openxmlformats.org/officeDocument/2006/relationships/tags" Target="../tags/tag70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0000"/>
            </a:schemeClr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5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zh-CN" altLang="en-US"/>
          </a:p>
        </p:txBody>
      </p:sp>
    </p:spTree>
    <p:custDataLst>
      <p:tags r:id="rId21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u="none" kern="1200" spc="0">
          <a:solidFill>
            <a:schemeClr val="accent2"/>
          </a:solidFill>
          <a:effectLst/>
          <a:uFill>
            <a:solidFill>
              <a:srgbClr val="4C4B5D"/>
            </a:solidFill>
          </a:uFill>
          <a:latin typeface="+mj-lt"/>
          <a:ea typeface="+mj-ea"/>
          <a:cs typeface="+mj-cs"/>
        </a:defRPr>
      </a:lvl1pPr>
    </p:titleStyle>
    <p:bodyStyle>
      <a:lvl1pPr marL="228600" indent="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9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0.xml"/><Relationship Id="rId8" Type="http://schemas.openxmlformats.org/officeDocument/2006/relationships/tags" Target="../tags/tag89.xml"/><Relationship Id="rId7" Type="http://schemas.openxmlformats.org/officeDocument/2006/relationships/tags" Target="../tags/tag88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2" Type="http://schemas.openxmlformats.org/officeDocument/2006/relationships/slideLayout" Target="../slideLayouts/slideLayout16.xml"/><Relationship Id="rId21" Type="http://schemas.openxmlformats.org/officeDocument/2006/relationships/tags" Target="../tags/tag102.xml"/><Relationship Id="rId20" Type="http://schemas.openxmlformats.org/officeDocument/2006/relationships/tags" Target="../tags/tag101.xml"/><Relationship Id="rId2" Type="http://schemas.openxmlformats.org/officeDocument/2006/relationships/tags" Target="../tags/tag83.xml"/><Relationship Id="rId19" Type="http://schemas.openxmlformats.org/officeDocument/2006/relationships/tags" Target="../tags/tag100.xml"/><Relationship Id="rId18" Type="http://schemas.openxmlformats.org/officeDocument/2006/relationships/tags" Target="../tags/tag99.xml"/><Relationship Id="rId17" Type="http://schemas.openxmlformats.org/officeDocument/2006/relationships/tags" Target="../tags/tag98.xml"/><Relationship Id="rId16" Type="http://schemas.openxmlformats.org/officeDocument/2006/relationships/tags" Target="../tags/tag97.xml"/><Relationship Id="rId15" Type="http://schemas.openxmlformats.org/officeDocument/2006/relationships/tags" Target="../tags/tag96.xml"/><Relationship Id="rId14" Type="http://schemas.openxmlformats.org/officeDocument/2006/relationships/tags" Target="../tags/tag95.xml"/><Relationship Id="rId13" Type="http://schemas.openxmlformats.org/officeDocument/2006/relationships/tags" Target="../tags/tag94.xml"/><Relationship Id="rId12" Type="http://schemas.openxmlformats.org/officeDocument/2006/relationships/tags" Target="../tags/tag93.xml"/><Relationship Id="rId11" Type="http://schemas.openxmlformats.org/officeDocument/2006/relationships/tags" Target="../tags/tag92.xml"/><Relationship Id="rId10" Type="http://schemas.openxmlformats.org/officeDocument/2006/relationships/tags" Target="../tags/tag91.xml"/><Relationship Id="rId1" Type="http://schemas.openxmlformats.org/officeDocument/2006/relationships/tags" Target="../tags/tag8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tags" Target="../tags/tag10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12.xml"/><Relationship Id="rId8" Type="http://schemas.openxmlformats.org/officeDocument/2006/relationships/tags" Target="../tags/tag111.xml"/><Relationship Id="rId7" Type="http://schemas.openxmlformats.org/officeDocument/2006/relationships/tags" Target="../tags/tag110.xml"/><Relationship Id="rId6" Type="http://schemas.openxmlformats.org/officeDocument/2006/relationships/image" Target="../media/image3.svg"/><Relationship Id="rId56" Type="http://schemas.openxmlformats.org/officeDocument/2006/relationships/slideLayout" Target="../slideLayouts/slideLayout16.xml"/><Relationship Id="rId55" Type="http://schemas.openxmlformats.org/officeDocument/2006/relationships/tags" Target="../tags/tag144.xml"/><Relationship Id="rId54" Type="http://schemas.openxmlformats.org/officeDocument/2006/relationships/tags" Target="../tags/tag143.xml"/><Relationship Id="rId53" Type="http://schemas.openxmlformats.org/officeDocument/2006/relationships/image" Target="../media/image17.svg"/><Relationship Id="rId52" Type="http://schemas.openxmlformats.org/officeDocument/2006/relationships/image" Target="../media/image16.png"/><Relationship Id="rId51" Type="http://schemas.openxmlformats.org/officeDocument/2006/relationships/tags" Target="../tags/tag142.xml"/><Relationship Id="rId50" Type="http://schemas.openxmlformats.org/officeDocument/2006/relationships/tags" Target="../tags/tag141.xml"/><Relationship Id="rId5" Type="http://schemas.openxmlformats.org/officeDocument/2006/relationships/image" Target="../media/image2.png"/><Relationship Id="rId49" Type="http://schemas.openxmlformats.org/officeDocument/2006/relationships/tags" Target="../tags/tag140.xml"/><Relationship Id="rId48" Type="http://schemas.openxmlformats.org/officeDocument/2006/relationships/tags" Target="../tags/tag139.xml"/><Relationship Id="rId47" Type="http://schemas.openxmlformats.org/officeDocument/2006/relationships/tags" Target="../tags/tag138.xml"/><Relationship Id="rId46" Type="http://schemas.openxmlformats.org/officeDocument/2006/relationships/image" Target="../media/image15.svg"/><Relationship Id="rId45" Type="http://schemas.openxmlformats.org/officeDocument/2006/relationships/image" Target="../media/image14.png"/><Relationship Id="rId44" Type="http://schemas.openxmlformats.org/officeDocument/2006/relationships/tags" Target="../tags/tag137.xml"/><Relationship Id="rId43" Type="http://schemas.openxmlformats.org/officeDocument/2006/relationships/tags" Target="../tags/tag136.xml"/><Relationship Id="rId42" Type="http://schemas.openxmlformats.org/officeDocument/2006/relationships/tags" Target="../tags/tag135.xml"/><Relationship Id="rId41" Type="http://schemas.openxmlformats.org/officeDocument/2006/relationships/tags" Target="../tags/tag134.xml"/><Relationship Id="rId40" Type="http://schemas.openxmlformats.org/officeDocument/2006/relationships/tags" Target="../tags/tag133.xml"/><Relationship Id="rId4" Type="http://schemas.openxmlformats.org/officeDocument/2006/relationships/tags" Target="../tags/tag109.xml"/><Relationship Id="rId39" Type="http://schemas.openxmlformats.org/officeDocument/2006/relationships/image" Target="../media/image13.svg"/><Relationship Id="rId38" Type="http://schemas.openxmlformats.org/officeDocument/2006/relationships/image" Target="../media/image12.png"/><Relationship Id="rId37" Type="http://schemas.openxmlformats.org/officeDocument/2006/relationships/tags" Target="../tags/tag132.xml"/><Relationship Id="rId36" Type="http://schemas.openxmlformats.org/officeDocument/2006/relationships/tags" Target="../tags/tag131.xml"/><Relationship Id="rId35" Type="http://schemas.openxmlformats.org/officeDocument/2006/relationships/tags" Target="../tags/tag130.xml"/><Relationship Id="rId34" Type="http://schemas.openxmlformats.org/officeDocument/2006/relationships/tags" Target="../tags/tag129.xml"/><Relationship Id="rId33" Type="http://schemas.openxmlformats.org/officeDocument/2006/relationships/tags" Target="../tags/tag128.xml"/><Relationship Id="rId32" Type="http://schemas.openxmlformats.org/officeDocument/2006/relationships/image" Target="../media/image11.svg"/><Relationship Id="rId31" Type="http://schemas.openxmlformats.org/officeDocument/2006/relationships/image" Target="../media/image10.png"/><Relationship Id="rId30" Type="http://schemas.openxmlformats.org/officeDocument/2006/relationships/tags" Target="../tags/tag127.xml"/><Relationship Id="rId3" Type="http://schemas.openxmlformats.org/officeDocument/2006/relationships/tags" Target="../tags/tag108.xml"/><Relationship Id="rId29" Type="http://schemas.openxmlformats.org/officeDocument/2006/relationships/tags" Target="../tags/tag126.xml"/><Relationship Id="rId28" Type="http://schemas.openxmlformats.org/officeDocument/2006/relationships/tags" Target="../tags/tag125.xml"/><Relationship Id="rId27" Type="http://schemas.openxmlformats.org/officeDocument/2006/relationships/tags" Target="../tags/tag124.xml"/><Relationship Id="rId26" Type="http://schemas.openxmlformats.org/officeDocument/2006/relationships/tags" Target="../tags/tag123.xml"/><Relationship Id="rId25" Type="http://schemas.openxmlformats.org/officeDocument/2006/relationships/tags" Target="../tags/tag122.xml"/><Relationship Id="rId24" Type="http://schemas.openxmlformats.org/officeDocument/2006/relationships/image" Target="../media/image9.svg"/><Relationship Id="rId23" Type="http://schemas.openxmlformats.org/officeDocument/2006/relationships/image" Target="../media/image8.png"/><Relationship Id="rId22" Type="http://schemas.openxmlformats.org/officeDocument/2006/relationships/tags" Target="../tags/tag121.xml"/><Relationship Id="rId21" Type="http://schemas.openxmlformats.org/officeDocument/2006/relationships/tags" Target="../tags/tag120.xml"/><Relationship Id="rId20" Type="http://schemas.openxmlformats.org/officeDocument/2006/relationships/tags" Target="../tags/tag119.xml"/><Relationship Id="rId2" Type="http://schemas.openxmlformats.org/officeDocument/2006/relationships/tags" Target="../tags/tag107.xml"/><Relationship Id="rId19" Type="http://schemas.openxmlformats.org/officeDocument/2006/relationships/tags" Target="../tags/tag118.xml"/><Relationship Id="rId18" Type="http://schemas.openxmlformats.org/officeDocument/2006/relationships/image" Target="../media/image7.svg"/><Relationship Id="rId17" Type="http://schemas.openxmlformats.org/officeDocument/2006/relationships/image" Target="../media/image6.png"/><Relationship Id="rId16" Type="http://schemas.openxmlformats.org/officeDocument/2006/relationships/tags" Target="../tags/tag117.xml"/><Relationship Id="rId15" Type="http://schemas.openxmlformats.org/officeDocument/2006/relationships/tags" Target="../tags/tag116.xml"/><Relationship Id="rId14" Type="http://schemas.openxmlformats.org/officeDocument/2006/relationships/tags" Target="../tags/tag115.xml"/><Relationship Id="rId13" Type="http://schemas.openxmlformats.org/officeDocument/2006/relationships/tags" Target="../tags/tag114.xml"/><Relationship Id="rId12" Type="http://schemas.openxmlformats.org/officeDocument/2006/relationships/image" Target="../media/image5.svg"/><Relationship Id="rId11" Type="http://schemas.openxmlformats.org/officeDocument/2006/relationships/image" Target="../media/image4.png"/><Relationship Id="rId10" Type="http://schemas.openxmlformats.org/officeDocument/2006/relationships/tags" Target="../tags/tag113.xml"/><Relationship Id="rId1" Type="http://schemas.openxmlformats.org/officeDocument/2006/relationships/tags" Target="../tags/tag106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" Type="http://schemas.openxmlformats.org/officeDocument/2006/relationships/tags" Target="../tags/tag145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56.xml"/><Relationship Id="rId8" Type="http://schemas.openxmlformats.org/officeDocument/2006/relationships/tags" Target="../tags/tag155.xml"/><Relationship Id="rId76" Type="http://schemas.openxmlformats.org/officeDocument/2006/relationships/slideLayout" Target="../slideLayouts/slideLayout16.xml"/><Relationship Id="rId75" Type="http://schemas.openxmlformats.org/officeDocument/2006/relationships/tags" Target="../tags/tag212.xml"/><Relationship Id="rId74" Type="http://schemas.openxmlformats.org/officeDocument/2006/relationships/tags" Target="../tags/tag211.xml"/><Relationship Id="rId73" Type="http://schemas.openxmlformats.org/officeDocument/2006/relationships/tags" Target="../tags/tag210.xml"/><Relationship Id="rId72" Type="http://schemas.openxmlformats.org/officeDocument/2006/relationships/tags" Target="../tags/tag209.xml"/><Relationship Id="rId71" Type="http://schemas.openxmlformats.org/officeDocument/2006/relationships/tags" Target="../tags/tag208.xml"/><Relationship Id="rId70" Type="http://schemas.openxmlformats.org/officeDocument/2006/relationships/tags" Target="../tags/tag207.xml"/><Relationship Id="rId7" Type="http://schemas.openxmlformats.org/officeDocument/2006/relationships/tags" Target="../tags/tag154.xml"/><Relationship Id="rId69" Type="http://schemas.openxmlformats.org/officeDocument/2006/relationships/image" Target="../media/image27.svg"/><Relationship Id="rId68" Type="http://schemas.openxmlformats.org/officeDocument/2006/relationships/image" Target="../media/image26.png"/><Relationship Id="rId67" Type="http://schemas.openxmlformats.org/officeDocument/2006/relationships/tags" Target="../tags/tag206.xml"/><Relationship Id="rId66" Type="http://schemas.openxmlformats.org/officeDocument/2006/relationships/tags" Target="../tags/tag205.xml"/><Relationship Id="rId65" Type="http://schemas.openxmlformats.org/officeDocument/2006/relationships/tags" Target="../tags/tag204.xml"/><Relationship Id="rId64" Type="http://schemas.openxmlformats.org/officeDocument/2006/relationships/tags" Target="../tags/tag203.xml"/><Relationship Id="rId63" Type="http://schemas.openxmlformats.org/officeDocument/2006/relationships/image" Target="../media/image25.svg"/><Relationship Id="rId62" Type="http://schemas.openxmlformats.org/officeDocument/2006/relationships/image" Target="../media/image24.png"/><Relationship Id="rId61" Type="http://schemas.openxmlformats.org/officeDocument/2006/relationships/tags" Target="../tags/tag202.xml"/><Relationship Id="rId60" Type="http://schemas.openxmlformats.org/officeDocument/2006/relationships/tags" Target="../tags/tag201.xml"/><Relationship Id="rId6" Type="http://schemas.openxmlformats.org/officeDocument/2006/relationships/tags" Target="../tags/tag153.xml"/><Relationship Id="rId59" Type="http://schemas.openxmlformats.org/officeDocument/2006/relationships/tags" Target="../tags/tag200.xml"/><Relationship Id="rId58" Type="http://schemas.openxmlformats.org/officeDocument/2006/relationships/image" Target="../media/image23.svg"/><Relationship Id="rId57" Type="http://schemas.openxmlformats.org/officeDocument/2006/relationships/image" Target="../media/image22.png"/><Relationship Id="rId56" Type="http://schemas.openxmlformats.org/officeDocument/2006/relationships/tags" Target="../tags/tag199.xml"/><Relationship Id="rId55" Type="http://schemas.openxmlformats.org/officeDocument/2006/relationships/tags" Target="../tags/tag198.xml"/><Relationship Id="rId54" Type="http://schemas.openxmlformats.org/officeDocument/2006/relationships/tags" Target="../tags/tag197.xml"/><Relationship Id="rId53" Type="http://schemas.openxmlformats.org/officeDocument/2006/relationships/image" Target="../media/image21.svg"/><Relationship Id="rId52" Type="http://schemas.openxmlformats.org/officeDocument/2006/relationships/image" Target="../media/image20.png"/><Relationship Id="rId51" Type="http://schemas.openxmlformats.org/officeDocument/2006/relationships/tags" Target="../tags/tag196.xml"/><Relationship Id="rId50" Type="http://schemas.openxmlformats.org/officeDocument/2006/relationships/tags" Target="../tags/tag195.xml"/><Relationship Id="rId5" Type="http://schemas.openxmlformats.org/officeDocument/2006/relationships/tags" Target="../tags/tag152.xml"/><Relationship Id="rId49" Type="http://schemas.openxmlformats.org/officeDocument/2006/relationships/tags" Target="../tags/tag194.xml"/><Relationship Id="rId48" Type="http://schemas.openxmlformats.org/officeDocument/2006/relationships/image" Target="../media/image19.svg"/><Relationship Id="rId47" Type="http://schemas.openxmlformats.org/officeDocument/2006/relationships/image" Target="../media/image18.png"/><Relationship Id="rId46" Type="http://schemas.openxmlformats.org/officeDocument/2006/relationships/tags" Target="../tags/tag193.xml"/><Relationship Id="rId45" Type="http://schemas.openxmlformats.org/officeDocument/2006/relationships/tags" Target="../tags/tag192.xml"/><Relationship Id="rId44" Type="http://schemas.openxmlformats.org/officeDocument/2006/relationships/tags" Target="../tags/tag191.xml"/><Relationship Id="rId43" Type="http://schemas.openxmlformats.org/officeDocument/2006/relationships/tags" Target="../tags/tag190.xml"/><Relationship Id="rId42" Type="http://schemas.openxmlformats.org/officeDocument/2006/relationships/tags" Target="../tags/tag189.xml"/><Relationship Id="rId41" Type="http://schemas.openxmlformats.org/officeDocument/2006/relationships/tags" Target="../tags/tag188.xml"/><Relationship Id="rId40" Type="http://schemas.openxmlformats.org/officeDocument/2006/relationships/tags" Target="../tags/tag187.xml"/><Relationship Id="rId4" Type="http://schemas.openxmlformats.org/officeDocument/2006/relationships/tags" Target="../tags/tag151.xml"/><Relationship Id="rId39" Type="http://schemas.openxmlformats.org/officeDocument/2006/relationships/tags" Target="../tags/tag186.xml"/><Relationship Id="rId38" Type="http://schemas.openxmlformats.org/officeDocument/2006/relationships/tags" Target="../tags/tag185.xml"/><Relationship Id="rId37" Type="http://schemas.openxmlformats.org/officeDocument/2006/relationships/tags" Target="../tags/tag184.xml"/><Relationship Id="rId36" Type="http://schemas.openxmlformats.org/officeDocument/2006/relationships/tags" Target="../tags/tag183.xml"/><Relationship Id="rId35" Type="http://schemas.openxmlformats.org/officeDocument/2006/relationships/tags" Target="../tags/tag182.xml"/><Relationship Id="rId34" Type="http://schemas.openxmlformats.org/officeDocument/2006/relationships/tags" Target="../tags/tag181.xml"/><Relationship Id="rId33" Type="http://schemas.openxmlformats.org/officeDocument/2006/relationships/tags" Target="../tags/tag180.xml"/><Relationship Id="rId32" Type="http://schemas.openxmlformats.org/officeDocument/2006/relationships/tags" Target="../tags/tag179.xml"/><Relationship Id="rId31" Type="http://schemas.openxmlformats.org/officeDocument/2006/relationships/tags" Target="../tags/tag178.xml"/><Relationship Id="rId30" Type="http://schemas.openxmlformats.org/officeDocument/2006/relationships/tags" Target="../tags/tag177.xml"/><Relationship Id="rId3" Type="http://schemas.openxmlformats.org/officeDocument/2006/relationships/tags" Target="../tags/tag150.xml"/><Relationship Id="rId29" Type="http://schemas.openxmlformats.org/officeDocument/2006/relationships/tags" Target="../tags/tag176.xml"/><Relationship Id="rId28" Type="http://schemas.openxmlformats.org/officeDocument/2006/relationships/tags" Target="../tags/tag175.xml"/><Relationship Id="rId27" Type="http://schemas.openxmlformats.org/officeDocument/2006/relationships/tags" Target="../tags/tag174.xml"/><Relationship Id="rId26" Type="http://schemas.openxmlformats.org/officeDocument/2006/relationships/tags" Target="../tags/tag173.xml"/><Relationship Id="rId25" Type="http://schemas.openxmlformats.org/officeDocument/2006/relationships/tags" Target="../tags/tag172.xml"/><Relationship Id="rId24" Type="http://schemas.openxmlformats.org/officeDocument/2006/relationships/tags" Target="../tags/tag171.xml"/><Relationship Id="rId23" Type="http://schemas.openxmlformats.org/officeDocument/2006/relationships/tags" Target="../tags/tag170.xml"/><Relationship Id="rId22" Type="http://schemas.openxmlformats.org/officeDocument/2006/relationships/tags" Target="../tags/tag169.xml"/><Relationship Id="rId21" Type="http://schemas.openxmlformats.org/officeDocument/2006/relationships/tags" Target="../tags/tag168.xml"/><Relationship Id="rId20" Type="http://schemas.openxmlformats.org/officeDocument/2006/relationships/tags" Target="../tags/tag167.xml"/><Relationship Id="rId2" Type="http://schemas.openxmlformats.org/officeDocument/2006/relationships/tags" Target="../tags/tag149.xml"/><Relationship Id="rId19" Type="http://schemas.openxmlformats.org/officeDocument/2006/relationships/tags" Target="../tags/tag166.xml"/><Relationship Id="rId18" Type="http://schemas.openxmlformats.org/officeDocument/2006/relationships/tags" Target="../tags/tag165.xml"/><Relationship Id="rId17" Type="http://schemas.openxmlformats.org/officeDocument/2006/relationships/tags" Target="../tags/tag164.xml"/><Relationship Id="rId16" Type="http://schemas.openxmlformats.org/officeDocument/2006/relationships/tags" Target="../tags/tag163.xml"/><Relationship Id="rId15" Type="http://schemas.openxmlformats.org/officeDocument/2006/relationships/tags" Target="../tags/tag162.xml"/><Relationship Id="rId14" Type="http://schemas.openxmlformats.org/officeDocument/2006/relationships/tags" Target="../tags/tag161.xml"/><Relationship Id="rId13" Type="http://schemas.openxmlformats.org/officeDocument/2006/relationships/tags" Target="../tags/tag160.xml"/><Relationship Id="rId12" Type="http://schemas.openxmlformats.org/officeDocument/2006/relationships/tags" Target="../tags/tag159.xml"/><Relationship Id="rId11" Type="http://schemas.openxmlformats.org/officeDocument/2006/relationships/tags" Target="../tags/tag158.xml"/><Relationship Id="rId10" Type="http://schemas.openxmlformats.org/officeDocument/2006/relationships/tags" Target="../tags/tag157.xml"/><Relationship Id="rId1" Type="http://schemas.openxmlformats.org/officeDocument/2006/relationships/tags" Target="../tags/tag148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19.xml"/><Relationship Id="rId8" Type="http://schemas.openxmlformats.org/officeDocument/2006/relationships/tags" Target="../tags/tag218.xml"/><Relationship Id="rId7" Type="http://schemas.openxmlformats.org/officeDocument/2006/relationships/image" Target="../media/image29.svg"/><Relationship Id="rId6" Type="http://schemas.openxmlformats.org/officeDocument/2006/relationships/image" Target="../media/image28.png"/><Relationship Id="rId5" Type="http://schemas.openxmlformats.org/officeDocument/2006/relationships/tags" Target="../tags/tag217.xml"/><Relationship Id="rId4" Type="http://schemas.openxmlformats.org/officeDocument/2006/relationships/tags" Target="../tags/tag216.xml"/><Relationship Id="rId3" Type="http://schemas.openxmlformats.org/officeDocument/2006/relationships/tags" Target="../tags/tag215.xml"/><Relationship Id="rId24" Type="http://schemas.openxmlformats.org/officeDocument/2006/relationships/slideLayout" Target="../slideLayouts/slideLayout16.xml"/><Relationship Id="rId23" Type="http://schemas.openxmlformats.org/officeDocument/2006/relationships/tags" Target="../tags/tag229.xml"/><Relationship Id="rId22" Type="http://schemas.openxmlformats.org/officeDocument/2006/relationships/tags" Target="../tags/tag228.xml"/><Relationship Id="rId21" Type="http://schemas.openxmlformats.org/officeDocument/2006/relationships/image" Target="../media/image33.svg"/><Relationship Id="rId20" Type="http://schemas.openxmlformats.org/officeDocument/2006/relationships/image" Target="../media/image32.png"/><Relationship Id="rId2" Type="http://schemas.openxmlformats.org/officeDocument/2006/relationships/tags" Target="../tags/tag214.xml"/><Relationship Id="rId19" Type="http://schemas.openxmlformats.org/officeDocument/2006/relationships/tags" Target="../tags/tag227.xml"/><Relationship Id="rId18" Type="http://schemas.openxmlformats.org/officeDocument/2006/relationships/tags" Target="../tags/tag226.xml"/><Relationship Id="rId17" Type="http://schemas.openxmlformats.org/officeDocument/2006/relationships/tags" Target="../tags/tag225.xml"/><Relationship Id="rId16" Type="http://schemas.openxmlformats.org/officeDocument/2006/relationships/tags" Target="../tags/tag224.xml"/><Relationship Id="rId15" Type="http://schemas.openxmlformats.org/officeDocument/2006/relationships/tags" Target="../tags/tag223.xml"/><Relationship Id="rId14" Type="http://schemas.openxmlformats.org/officeDocument/2006/relationships/image" Target="../media/image31.svg"/><Relationship Id="rId13" Type="http://schemas.openxmlformats.org/officeDocument/2006/relationships/image" Target="../media/image30.png"/><Relationship Id="rId12" Type="http://schemas.openxmlformats.org/officeDocument/2006/relationships/tags" Target="../tags/tag222.xml"/><Relationship Id="rId11" Type="http://schemas.openxmlformats.org/officeDocument/2006/relationships/tags" Target="../tags/tag221.xml"/><Relationship Id="rId10" Type="http://schemas.openxmlformats.org/officeDocument/2006/relationships/tags" Target="../tags/tag220.xml"/><Relationship Id="rId1" Type="http://schemas.openxmlformats.org/officeDocument/2006/relationships/tags" Target="../tags/tag213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tags" Target="../tags/tag232.xml"/><Relationship Id="rId2" Type="http://schemas.openxmlformats.org/officeDocument/2006/relationships/tags" Target="../tags/tag231.xml"/><Relationship Id="rId1" Type="http://schemas.openxmlformats.org/officeDocument/2006/relationships/tags" Target="../tags/tag230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" Type="http://schemas.openxmlformats.org/officeDocument/2006/relationships/tags" Target="../tags/tag238.xml"/><Relationship Id="rId76" Type="http://schemas.openxmlformats.org/officeDocument/2006/relationships/notesSlide" Target="../notesSlides/notesSlide1.xml"/><Relationship Id="rId75" Type="http://schemas.openxmlformats.org/officeDocument/2006/relationships/slideLayout" Target="../slideLayouts/slideLayout16.xml"/><Relationship Id="rId74" Type="http://schemas.openxmlformats.org/officeDocument/2006/relationships/image" Target="../media/image55.png"/><Relationship Id="rId73" Type="http://schemas.openxmlformats.org/officeDocument/2006/relationships/image" Target="../media/image54.png"/><Relationship Id="rId72" Type="http://schemas.openxmlformats.org/officeDocument/2006/relationships/tags" Target="../tags/tag284.xml"/><Relationship Id="rId71" Type="http://schemas.openxmlformats.org/officeDocument/2006/relationships/tags" Target="../tags/tag283.xml"/><Relationship Id="rId70" Type="http://schemas.openxmlformats.org/officeDocument/2006/relationships/image" Target="../media/image53.svg"/><Relationship Id="rId7" Type="http://schemas.openxmlformats.org/officeDocument/2006/relationships/tags" Target="../tags/tag237.xml"/><Relationship Id="rId69" Type="http://schemas.openxmlformats.org/officeDocument/2006/relationships/image" Target="../media/image52.png"/><Relationship Id="rId68" Type="http://schemas.openxmlformats.org/officeDocument/2006/relationships/tags" Target="../tags/tag282.xml"/><Relationship Id="rId67" Type="http://schemas.openxmlformats.org/officeDocument/2006/relationships/tags" Target="../tags/tag281.xml"/><Relationship Id="rId66" Type="http://schemas.openxmlformats.org/officeDocument/2006/relationships/tags" Target="../tags/tag280.xml"/><Relationship Id="rId65" Type="http://schemas.openxmlformats.org/officeDocument/2006/relationships/tags" Target="../tags/tag279.xml"/><Relationship Id="rId64" Type="http://schemas.openxmlformats.org/officeDocument/2006/relationships/image" Target="../media/image51.svg"/><Relationship Id="rId63" Type="http://schemas.openxmlformats.org/officeDocument/2006/relationships/image" Target="../media/image50.png"/><Relationship Id="rId62" Type="http://schemas.openxmlformats.org/officeDocument/2006/relationships/tags" Target="../tags/tag278.xml"/><Relationship Id="rId61" Type="http://schemas.openxmlformats.org/officeDocument/2006/relationships/tags" Target="../tags/tag277.xml"/><Relationship Id="rId60" Type="http://schemas.openxmlformats.org/officeDocument/2006/relationships/tags" Target="../tags/tag276.xml"/><Relationship Id="rId6" Type="http://schemas.openxmlformats.org/officeDocument/2006/relationships/image" Target="../media/image35.svg"/><Relationship Id="rId59" Type="http://schemas.openxmlformats.org/officeDocument/2006/relationships/image" Target="../media/image49.svg"/><Relationship Id="rId58" Type="http://schemas.openxmlformats.org/officeDocument/2006/relationships/image" Target="../media/image48.png"/><Relationship Id="rId57" Type="http://schemas.openxmlformats.org/officeDocument/2006/relationships/tags" Target="../tags/tag275.xml"/><Relationship Id="rId56" Type="http://schemas.openxmlformats.org/officeDocument/2006/relationships/tags" Target="../tags/tag274.xml"/><Relationship Id="rId55" Type="http://schemas.openxmlformats.org/officeDocument/2006/relationships/tags" Target="../tags/tag273.xml"/><Relationship Id="rId54" Type="http://schemas.openxmlformats.org/officeDocument/2006/relationships/tags" Target="../tags/tag272.xml"/><Relationship Id="rId53" Type="http://schemas.openxmlformats.org/officeDocument/2006/relationships/tags" Target="../tags/tag271.xml"/><Relationship Id="rId52" Type="http://schemas.openxmlformats.org/officeDocument/2006/relationships/tags" Target="../tags/tag270.xml"/><Relationship Id="rId51" Type="http://schemas.openxmlformats.org/officeDocument/2006/relationships/tags" Target="../tags/tag269.xml"/><Relationship Id="rId50" Type="http://schemas.openxmlformats.org/officeDocument/2006/relationships/tags" Target="../tags/tag268.xml"/><Relationship Id="rId5" Type="http://schemas.openxmlformats.org/officeDocument/2006/relationships/image" Target="../media/image34.png"/><Relationship Id="rId49" Type="http://schemas.openxmlformats.org/officeDocument/2006/relationships/tags" Target="../tags/tag267.xml"/><Relationship Id="rId48" Type="http://schemas.openxmlformats.org/officeDocument/2006/relationships/tags" Target="../tags/tag266.xml"/><Relationship Id="rId47" Type="http://schemas.openxmlformats.org/officeDocument/2006/relationships/tags" Target="../tags/tag265.xml"/><Relationship Id="rId46" Type="http://schemas.openxmlformats.org/officeDocument/2006/relationships/tags" Target="../tags/tag264.xml"/><Relationship Id="rId45" Type="http://schemas.openxmlformats.org/officeDocument/2006/relationships/tags" Target="../tags/tag263.xml"/><Relationship Id="rId44" Type="http://schemas.openxmlformats.org/officeDocument/2006/relationships/tags" Target="../tags/tag262.xml"/><Relationship Id="rId43" Type="http://schemas.openxmlformats.org/officeDocument/2006/relationships/image" Target="../media/image47.svg"/><Relationship Id="rId42" Type="http://schemas.openxmlformats.org/officeDocument/2006/relationships/image" Target="../media/image46.png"/><Relationship Id="rId41" Type="http://schemas.openxmlformats.org/officeDocument/2006/relationships/tags" Target="../tags/tag261.xml"/><Relationship Id="rId40" Type="http://schemas.openxmlformats.org/officeDocument/2006/relationships/tags" Target="../tags/tag260.xml"/><Relationship Id="rId4" Type="http://schemas.openxmlformats.org/officeDocument/2006/relationships/tags" Target="../tags/tag236.xml"/><Relationship Id="rId39" Type="http://schemas.openxmlformats.org/officeDocument/2006/relationships/tags" Target="../tags/tag259.xml"/><Relationship Id="rId38" Type="http://schemas.openxmlformats.org/officeDocument/2006/relationships/tags" Target="../tags/tag258.xml"/><Relationship Id="rId37" Type="http://schemas.openxmlformats.org/officeDocument/2006/relationships/image" Target="../media/image45.svg"/><Relationship Id="rId36" Type="http://schemas.openxmlformats.org/officeDocument/2006/relationships/image" Target="../media/image44.png"/><Relationship Id="rId35" Type="http://schemas.openxmlformats.org/officeDocument/2006/relationships/tags" Target="../tags/tag257.xml"/><Relationship Id="rId34" Type="http://schemas.openxmlformats.org/officeDocument/2006/relationships/tags" Target="../tags/tag256.xml"/><Relationship Id="rId33" Type="http://schemas.openxmlformats.org/officeDocument/2006/relationships/tags" Target="../tags/tag255.xml"/><Relationship Id="rId32" Type="http://schemas.openxmlformats.org/officeDocument/2006/relationships/tags" Target="../tags/tag254.xml"/><Relationship Id="rId31" Type="http://schemas.openxmlformats.org/officeDocument/2006/relationships/image" Target="../media/image43.svg"/><Relationship Id="rId30" Type="http://schemas.openxmlformats.org/officeDocument/2006/relationships/image" Target="../media/image42.png"/><Relationship Id="rId3" Type="http://schemas.openxmlformats.org/officeDocument/2006/relationships/tags" Target="../tags/tag235.xml"/><Relationship Id="rId29" Type="http://schemas.openxmlformats.org/officeDocument/2006/relationships/tags" Target="../tags/tag253.xml"/><Relationship Id="rId28" Type="http://schemas.openxmlformats.org/officeDocument/2006/relationships/tags" Target="../tags/tag252.xml"/><Relationship Id="rId27" Type="http://schemas.openxmlformats.org/officeDocument/2006/relationships/tags" Target="../tags/tag251.xml"/><Relationship Id="rId26" Type="http://schemas.openxmlformats.org/officeDocument/2006/relationships/image" Target="../media/image41.svg"/><Relationship Id="rId25" Type="http://schemas.openxmlformats.org/officeDocument/2006/relationships/image" Target="../media/image40.png"/><Relationship Id="rId24" Type="http://schemas.openxmlformats.org/officeDocument/2006/relationships/tags" Target="../tags/tag250.xml"/><Relationship Id="rId23" Type="http://schemas.openxmlformats.org/officeDocument/2006/relationships/tags" Target="../tags/tag249.xml"/><Relationship Id="rId22" Type="http://schemas.openxmlformats.org/officeDocument/2006/relationships/tags" Target="../tags/tag248.xml"/><Relationship Id="rId21" Type="http://schemas.openxmlformats.org/officeDocument/2006/relationships/tags" Target="../tags/tag247.xml"/><Relationship Id="rId20" Type="http://schemas.openxmlformats.org/officeDocument/2006/relationships/tags" Target="../tags/tag246.xml"/><Relationship Id="rId2" Type="http://schemas.openxmlformats.org/officeDocument/2006/relationships/tags" Target="../tags/tag234.xml"/><Relationship Id="rId19" Type="http://schemas.openxmlformats.org/officeDocument/2006/relationships/tags" Target="../tags/tag245.xml"/><Relationship Id="rId18" Type="http://schemas.openxmlformats.org/officeDocument/2006/relationships/tags" Target="../tags/tag244.xml"/><Relationship Id="rId17" Type="http://schemas.openxmlformats.org/officeDocument/2006/relationships/image" Target="../media/image39.svg"/><Relationship Id="rId16" Type="http://schemas.openxmlformats.org/officeDocument/2006/relationships/image" Target="../media/image38.png"/><Relationship Id="rId15" Type="http://schemas.openxmlformats.org/officeDocument/2006/relationships/tags" Target="../tags/tag243.xml"/><Relationship Id="rId14" Type="http://schemas.openxmlformats.org/officeDocument/2006/relationships/tags" Target="../tags/tag242.xml"/><Relationship Id="rId13" Type="http://schemas.openxmlformats.org/officeDocument/2006/relationships/tags" Target="../tags/tag241.xml"/><Relationship Id="rId12" Type="http://schemas.openxmlformats.org/officeDocument/2006/relationships/tags" Target="../tags/tag240.xml"/><Relationship Id="rId11" Type="http://schemas.openxmlformats.org/officeDocument/2006/relationships/image" Target="../media/image37.svg"/><Relationship Id="rId10" Type="http://schemas.openxmlformats.org/officeDocument/2006/relationships/image" Target="../media/image36.png"/><Relationship Id="rId1" Type="http://schemas.openxmlformats.org/officeDocument/2006/relationships/tags" Target="../tags/tag233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tags" Target="../tags/tag287.xml"/><Relationship Id="rId2" Type="http://schemas.openxmlformats.org/officeDocument/2006/relationships/tags" Target="../tags/tag286.xml"/><Relationship Id="rId1" Type="http://schemas.openxmlformats.org/officeDocument/2006/relationships/tags" Target="../tags/tag285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94.xml"/><Relationship Id="rId8" Type="http://schemas.openxmlformats.org/officeDocument/2006/relationships/tags" Target="../tags/tag293.xml"/><Relationship Id="rId7" Type="http://schemas.openxmlformats.org/officeDocument/2006/relationships/tags" Target="../tags/tag292.xml"/><Relationship Id="rId6" Type="http://schemas.openxmlformats.org/officeDocument/2006/relationships/image" Target="../media/image57.svg"/><Relationship Id="rId54" Type="http://schemas.openxmlformats.org/officeDocument/2006/relationships/slideLayout" Target="../slideLayouts/slideLayout16.xml"/><Relationship Id="rId53" Type="http://schemas.openxmlformats.org/officeDocument/2006/relationships/image" Target="../media/image75.png"/><Relationship Id="rId52" Type="http://schemas.openxmlformats.org/officeDocument/2006/relationships/image" Target="../media/image74.png"/><Relationship Id="rId51" Type="http://schemas.openxmlformats.org/officeDocument/2006/relationships/tags" Target="../tags/tag320.xml"/><Relationship Id="rId50" Type="http://schemas.openxmlformats.org/officeDocument/2006/relationships/tags" Target="../tags/tag319.xml"/><Relationship Id="rId5" Type="http://schemas.openxmlformats.org/officeDocument/2006/relationships/image" Target="../media/image56.png"/><Relationship Id="rId49" Type="http://schemas.openxmlformats.org/officeDocument/2006/relationships/image" Target="../media/image73.svg"/><Relationship Id="rId48" Type="http://schemas.openxmlformats.org/officeDocument/2006/relationships/image" Target="../media/image72.png"/><Relationship Id="rId47" Type="http://schemas.openxmlformats.org/officeDocument/2006/relationships/tags" Target="../tags/tag318.xml"/><Relationship Id="rId46" Type="http://schemas.openxmlformats.org/officeDocument/2006/relationships/tags" Target="../tags/tag317.xml"/><Relationship Id="rId45" Type="http://schemas.openxmlformats.org/officeDocument/2006/relationships/tags" Target="../tags/tag316.xml"/><Relationship Id="rId44" Type="http://schemas.openxmlformats.org/officeDocument/2006/relationships/image" Target="../media/image71.svg"/><Relationship Id="rId43" Type="http://schemas.openxmlformats.org/officeDocument/2006/relationships/image" Target="../media/image70.png"/><Relationship Id="rId42" Type="http://schemas.openxmlformats.org/officeDocument/2006/relationships/tags" Target="../tags/tag315.xml"/><Relationship Id="rId41" Type="http://schemas.openxmlformats.org/officeDocument/2006/relationships/tags" Target="../tags/tag314.xml"/><Relationship Id="rId40" Type="http://schemas.openxmlformats.org/officeDocument/2006/relationships/tags" Target="../tags/tag313.xml"/><Relationship Id="rId4" Type="http://schemas.openxmlformats.org/officeDocument/2006/relationships/tags" Target="../tags/tag291.xml"/><Relationship Id="rId39" Type="http://schemas.openxmlformats.org/officeDocument/2006/relationships/image" Target="../media/image69.svg"/><Relationship Id="rId38" Type="http://schemas.openxmlformats.org/officeDocument/2006/relationships/image" Target="../media/image68.png"/><Relationship Id="rId37" Type="http://schemas.openxmlformats.org/officeDocument/2006/relationships/tags" Target="../tags/tag312.xml"/><Relationship Id="rId36" Type="http://schemas.openxmlformats.org/officeDocument/2006/relationships/tags" Target="../tags/tag311.xml"/><Relationship Id="rId35" Type="http://schemas.openxmlformats.org/officeDocument/2006/relationships/tags" Target="../tags/tag310.xml"/><Relationship Id="rId34" Type="http://schemas.openxmlformats.org/officeDocument/2006/relationships/image" Target="../media/image67.svg"/><Relationship Id="rId33" Type="http://schemas.openxmlformats.org/officeDocument/2006/relationships/image" Target="../media/image66.png"/><Relationship Id="rId32" Type="http://schemas.openxmlformats.org/officeDocument/2006/relationships/tags" Target="../tags/tag309.xml"/><Relationship Id="rId31" Type="http://schemas.openxmlformats.org/officeDocument/2006/relationships/tags" Target="../tags/tag308.xml"/><Relationship Id="rId30" Type="http://schemas.openxmlformats.org/officeDocument/2006/relationships/tags" Target="../tags/tag307.xml"/><Relationship Id="rId3" Type="http://schemas.openxmlformats.org/officeDocument/2006/relationships/tags" Target="../tags/tag290.xml"/><Relationship Id="rId29" Type="http://schemas.openxmlformats.org/officeDocument/2006/relationships/tags" Target="../tags/tag306.xml"/><Relationship Id="rId28" Type="http://schemas.openxmlformats.org/officeDocument/2006/relationships/tags" Target="../tags/tag305.xml"/><Relationship Id="rId27" Type="http://schemas.openxmlformats.org/officeDocument/2006/relationships/image" Target="../media/image65.svg"/><Relationship Id="rId26" Type="http://schemas.openxmlformats.org/officeDocument/2006/relationships/image" Target="../media/image64.png"/><Relationship Id="rId25" Type="http://schemas.openxmlformats.org/officeDocument/2006/relationships/tags" Target="../tags/tag304.xml"/><Relationship Id="rId24" Type="http://schemas.openxmlformats.org/officeDocument/2006/relationships/tags" Target="../tags/tag303.xml"/><Relationship Id="rId23" Type="http://schemas.openxmlformats.org/officeDocument/2006/relationships/tags" Target="../tags/tag302.xml"/><Relationship Id="rId22" Type="http://schemas.openxmlformats.org/officeDocument/2006/relationships/tags" Target="../tags/tag301.xml"/><Relationship Id="rId21" Type="http://schemas.openxmlformats.org/officeDocument/2006/relationships/image" Target="../media/image63.svg"/><Relationship Id="rId20" Type="http://schemas.openxmlformats.org/officeDocument/2006/relationships/image" Target="../media/image62.png"/><Relationship Id="rId2" Type="http://schemas.openxmlformats.org/officeDocument/2006/relationships/tags" Target="../tags/tag289.xml"/><Relationship Id="rId19" Type="http://schemas.openxmlformats.org/officeDocument/2006/relationships/tags" Target="../tags/tag300.xml"/><Relationship Id="rId18" Type="http://schemas.openxmlformats.org/officeDocument/2006/relationships/tags" Target="../tags/tag299.xml"/><Relationship Id="rId17" Type="http://schemas.openxmlformats.org/officeDocument/2006/relationships/tags" Target="../tags/tag298.xml"/><Relationship Id="rId16" Type="http://schemas.openxmlformats.org/officeDocument/2006/relationships/image" Target="../media/image61.svg"/><Relationship Id="rId15" Type="http://schemas.openxmlformats.org/officeDocument/2006/relationships/image" Target="../media/image60.png"/><Relationship Id="rId14" Type="http://schemas.openxmlformats.org/officeDocument/2006/relationships/tags" Target="../tags/tag297.xml"/><Relationship Id="rId13" Type="http://schemas.openxmlformats.org/officeDocument/2006/relationships/tags" Target="../tags/tag296.xml"/><Relationship Id="rId12" Type="http://schemas.openxmlformats.org/officeDocument/2006/relationships/tags" Target="../tags/tag295.xml"/><Relationship Id="rId11" Type="http://schemas.openxmlformats.org/officeDocument/2006/relationships/image" Target="../media/image59.svg"/><Relationship Id="rId10" Type="http://schemas.openxmlformats.org/officeDocument/2006/relationships/image" Target="../media/image58.png"/><Relationship Id="rId1" Type="http://schemas.openxmlformats.org/officeDocument/2006/relationships/tags" Target="../tags/tag288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329.xml"/><Relationship Id="rId8" Type="http://schemas.openxmlformats.org/officeDocument/2006/relationships/tags" Target="../tags/tag328.xml"/><Relationship Id="rId7" Type="http://schemas.openxmlformats.org/officeDocument/2006/relationships/tags" Target="../tags/tag327.xml"/><Relationship Id="rId6" Type="http://schemas.openxmlformats.org/officeDocument/2006/relationships/tags" Target="../tags/tag326.xml"/><Relationship Id="rId56" Type="http://schemas.openxmlformats.org/officeDocument/2006/relationships/slideLayout" Target="../slideLayouts/slideLayout16.xml"/><Relationship Id="rId55" Type="http://schemas.openxmlformats.org/officeDocument/2006/relationships/tags" Target="../tags/tag361.xml"/><Relationship Id="rId54" Type="http://schemas.openxmlformats.org/officeDocument/2006/relationships/tags" Target="../tags/tag360.xml"/><Relationship Id="rId53" Type="http://schemas.openxmlformats.org/officeDocument/2006/relationships/image" Target="../media/image89.svg"/><Relationship Id="rId52" Type="http://schemas.openxmlformats.org/officeDocument/2006/relationships/image" Target="../media/image88.png"/><Relationship Id="rId51" Type="http://schemas.openxmlformats.org/officeDocument/2006/relationships/tags" Target="../tags/tag359.xml"/><Relationship Id="rId50" Type="http://schemas.openxmlformats.org/officeDocument/2006/relationships/tags" Target="../tags/tag358.xml"/><Relationship Id="rId5" Type="http://schemas.openxmlformats.org/officeDocument/2006/relationships/tags" Target="../tags/tag325.xml"/><Relationship Id="rId49" Type="http://schemas.openxmlformats.org/officeDocument/2006/relationships/tags" Target="../tags/tag357.xml"/><Relationship Id="rId48" Type="http://schemas.openxmlformats.org/officeDocument/2006/relationships/tags" Target="../tags/tag356.xml"/><Relationship Id="rId47" Type="http://schemas.openxmlformats.org/officeDocument/2006/relationships/tags" Target="../tags/tag355.xml"/><Relationship Id="rId46" Type="http://schemas.openxmlformats.org/officeDocument/2006/relationships/image" Target="../media/image87.svg"/><Relationship Id="rId45" Type="http://schemas.openxmlformats.org/officeDocument/2006/relationships/image" Target="../media/image86.png"/><Relationship Id="rId44" Type="http://schemas.openxmlformats.org/officeDocument/2006/relationships/tags" Target="../tags/tag354.xml"/><Relationship Id="rId43" Type="http://schemas.openxmlformats.org/officeDocument/2006/relationships/tags" Target="../tags/tag353.xml"/><Relationship Id="rId42" Type="http://schemas.openxmlformats.org/officeDocument/2006/relationships/tags" Target="../tags/tag352.xml"/><Relationship Id="rId41" Type="http://schemas.openxmlformats.org/officeDocument/2006/relationships/tags" Target="../tags/tag351.xml"/><Relationship Id="rId40" Type="http://schemas.openxmlformats.org/officeDocument/2006/relationships/tags" Target="../tags/tag350.xml"/><Relationship Id="rId4" Type="http://schemas.openxmlformats.org/officeDocument/2006/relationships/tags" Target="../tags/tag324.xml"/><Relationship Id="rId39" Type="http://schemas.openxmlformats.org/officeDocument/2006/relationships/image" Target="../media/image85.svg"/><Relationship Id="rId38" Type="http://schemas.openxmlformats.org/officeDocument/2006/relationships/image" Target="../media/image84.png"/><Relationship Id="rId37" Type="http://schemas.openxmlformats.org/officeDocument/2006/relationships/tags" Target="../tags/tag349.xml"/><Relationship Id="rId36" Type="http://schemas.openxmlformats.org/officeDocument/2006/relationships/tags" Target="../tags/tag348.xml"/><Relationship Id="rId35" Type="http://schemas.openxmlformats.org/officeDocument/2006/relationships/tags" Target="../tags/tag347.xml"/><Relationship Id="rId34" Type="http://schemas.openxmlformats.org/officeDocument/2006/relationships/tags" Target="../tags/tag346.xml"/><Relationship Id="rId33" Type="http://schemas.openxmlformats.org/officeDocument/2006/relationships/tags" Target="../tags/tag345.xml"/><Relationship Id="rId32" Type="http://schemas.openxmlformats.org/officeDocument/2006/relationships/image" Target="../media/image83.svg"/><Relationship Id="rId31" Type="http://schemas.openxmlformats.org/officeDocument/2006/relationships/image" Target="../media/image82.png"/><Relationship Id="rId30" Type="http://schemas.openxmlformats.org/officeDocument/2006/relationships/tags" Target="../tags/tag344.xml"/><Relationship Id="rId3" Type="http://schemas.openxmlformats.org/officeDocument/2006/relationships/tags" Target="../tags/tag323.xml"/><Relationship Id="rId29" Type="http://schemas.openxmlformats.org/officeDocument/2006/relationships/tags" Target="../tags/tag343.xml"/><Relationship Id="rId28" Type="http://schemas.openxmlformats.org/officeDocument/2006/relationships/tags" Target="../tags/tag342.xml"/><Relationship Id="rId27" Type="http://schemas.openxmlformats.org/officeDocument/2006/relationships/tags" Target="../tags/tag341.xml"/><Relationship Id="rId26" Type="http://schemas.openxmlformats.org/officeDocument/2006/relationships/tags" Target="../tags/tag340.xml"/><Relationship Id="rId25" Type="http://schemas.openxmlformats.org/officeDocument/2006/relationships/image" Target="../media/image81.svg"/><Relationship Id="rId24" Type="http://schemas.openxmlformats.org/officeDocument/2006/relationships/image" Target="../media/image80.png"/><Relationship Id="rId23" Type="http://schemas.openxmlformats.org/officeDocument/2006/relationships/tags" Target="../tags/tag339.xml"/><Relationship Id="rId22" Type="http://schemas.openxmlformats.org/officeDocument/2006/relationships/tags" Target="../tags/tag338.xml"/><Relationship Id="rId21" Type="http://schemas.openxmlformats.org/officeDocument/2006/relationships/tags" Target="../tags/tag337.xml"/><Relationship Id="rId20" Type="http://schemas.openxmlformats.org/officeDocument/2006/relationships/tags" Target="../tags/tag336.xml"/><Relationship Id="rId2" Type="http://schemas.openxmlformats.org/officeDocument/2006/relationships/tags" Target="../tags/tag322.xml"/><Relationship Id="rId19" Type="http://schemas.openxmlformats.org/officeDocument/2006/relationships/tags" Target="../tags/tag335.xml"/><Relationship Id="rId18" Type="http://schemas.openxmlformats.org/officeDocument/2006/relationships/image" Target="../media/image79.svg"/><Relationship Id="rId17" Type="http://schemas.openxmlformats.org/officeDocument/2006/relationships/image" Target="../media/image78.png"/><Relationship Id="rId16" Type="http://schemas.openxmlformats.org/officeDocument/2006/relationships/tags" Target="../tags/tag334.xml"/><Relationship Id="rId15" Type="http://schemas.openxmlformats.org/officeDocument/2006/relationships/tags" Target="../tags/tag333.xml"/><Relationship Id="rId14" Type="http://schemas.openxmlformats.org/officeDocument/2006/relationships/tags" Target="../tags/tag332.xml"/><Relationship Id="rId13" Type="http://schemas.openxmlformats.org/officeDocument/2006/relationships/tags" Target="../tags/tag331.xml"/><Relationship Id="rId12" Type="http://schemas.openxmlformats.org/officeDocument/2006/relationships/tags" Target="../tags/tag330.xml"/><Relationship Id="rId11" Type="http://schemas.openxmlformats.org/officeDocument/2006/relationships/image" Target="../media/image77.svg"/><Relationship Id="rId10" Type="http://schemas.openxmlformats.org/officeDocument/2006/relationships/image" Target="../media/image76.png"/><Relationship Id="rId1" Type="http://schemas.openxmlformats.org/officeDocument/2006/relationships/tags" Target="../tags/tag321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370.xml"/><Relationship Id="rId8" Type="http://schemas.openxmlformats.org/officeDocument/2006/relationships/tags" Target="../tags/tag369.xml"/><Relationship Id="rId7" Type="http://schemas.openxmlformats.org/officeDocument/2006/relationships/tags" Target="../tags/tag368.xml"/><Relationship Id="rId6" Type="http://schemas.openxmlformats.org/officeDocument/2006/relationships/tags" Target="../tags/tag367.xml"/><Relationship Id="rId58" Type="http://schemas.openxmlformats.org/officeDocument/2006/relationships/slideLayout" Target="../slideLayouts/slideLayout16.xml"/><Relationship Id="rId57" Type="http://schemas.openxmlformats.org/officeDocument/2006/relationships/image" Target="../media/image91.png"/><Relationship Id="rId56" Type="http://schemas.openxmlformats.org/officeDocument/2006/relationships/image" Target="../media/image90.png"/><Relationship Id="rId55" Type="http://schemas.openxmlformats.org/officeDocument/2006/relationships/tags" Target="../tags/tag402.xml"/><Relationship Id="rId54" Type="http://schemas.openxmlformats.org/officeDocument/2006/relationships/tags" Target="../tags/tag401.xml"/><Relationship Id="rId53" Type="http://schemas.openxmlformats.org/officeDocument/2006/relationships/image" Target="../media/image89.svg"/><Relationship Id="rId52" Type="http://schemas.openxmlformats.org/officeDocument/2006/relationships/image" Target="../media/image88.png"/><Relationship Id="rId51" Type="http://schemas.openxmlformats.org/officeDocument/2006/relationships/tags" Target="../tags/tag400.xml"/><Relationship Id="rId50" Type="http://schemas.openxmlformats.org/officeDocument/2006/relationships/tags" Target="../tags/tag399.xml"/><Relationship Id="rId5" Type="http://schemas.openxmlformats.org/officeDocument/2006/relationships/tags" Target="../tags/tag366.xml"/><Relationship Id="rId49" Type="http://schemas.openxmlformats.org/officeDocument/2006/relationships/tags" Target="../tags/tag398.xml"/><Relationship Id="rId48" Type="http://schemas.openxmlformats.org/officeDocument/2006/relationships/tags" Target="../tags/tag397.xml"/><Relationship Id="rId47" Type="http://schemas.openxmlformats.org/officeDocument/2006/relationships/tags" Target="../tags/tag396.xml"/><Relationship Id="rId46" Type="http://schemas.openxmlformats.org/officeDocument/2006/relationships/image" Target="../media/image87.svg"/><Relationship Id="rId45" Type="http://schemas.openxmlformats.org/officeDocument/2006/relationships/image" Target="../media/image86.png"/><Relationship Id="rId44" Type="http://schemas.openxmlformats.org/officeDocument/2006/relationships/tags" Target="../tags/tag395.xml"/><Relationship Id="rId43" Type="http://schemas.openxmlformats.org/officeDocument/2006/relationships/tags" Target="../tags/tag394.xml"/><Relationship Id="rId42" Type="http://schemas.openxmlformats.org/officeDocument/2006/relationships/tags" Target="../tags/tag393.xml"/><Relationship Id="rId41" Type="http://schemas.openxmlformats.org/officeDocument/2006/relationships/tags" Target="../tags/tag392.xml"/><Relationship Id="rId40" Type="http://schemas.openxmlformats.org/officeDocument/2006/relationships/tags" Target="../tags/tag391.xml"/><Relationship Id="rId4" Type="http://schemas.openxmlformats.org/officeDocument/2006/relationships/tags" Target="../tags/tag365.xml"/><Relationship Id="rId39" Type="http://schemas.openxmlformats.org/officeDocument/2006/relationships/image" Target="../media/image85.svg"/><Relationship Id="rId38" Type="http://schemas.openxmlformats.org/officeDocument/2006/relationships/image" Target="../media/image84.png"/><Relationship Id="rId37" Type="http://schemas.openxmlformats.org/officeDocument/2006/relationships/tags" Target="../tags/tag390.xml"/><Relationship Id="rId36" Type="http://schemas.openxmlformats.org/officeDocument/2006/relationships/tags" Target="../tags/tag389.xml"/><Relationship Id="rId35" Type="http://schemas.openxmlformats.org/officeDocument/2006/relationships/tags" Target="../tags/tag388.xml"/><Relationship Id="rId34" Type="http://schemas.openxmlformats.org/officeDocument/2006/relationships/tags" Target="../tags/tag387.xml"/><Relationship Id="rId33" Type="http://schemas.openxmlformats.org/officeDocument/2006/relationships/tags" Target="../tags/tag386.xml"/><Relationship Id="rId32" Type="http://schemas.openxmlformats.org/officeDocument/2006/relationships/image" Target="../media/image83.svg"/><Relationship Id="rId31" Type="http://schemas.openxmlformats.org/officeDocument/2006/relationships/image" Target="../media/image82.png"/><Relationship Id="rId30" Type="http://schemas.openxmlformats.org/officeDocument/2006/relationships/tags" Target="../tags/tag385.xml"/><Relationship Id="rId3" Type="http://schemas.openxmlformats.org/officeDocument/2006/relationships/tags" Target="../tags/tag364.xml"/><Relationship Id="rId29" Type="http://schemas.openxmlformats.org/officeDocument/2006/relationships/tags" Target="../tags/tag384.xml"/><Relationship Id="rId28" Type="http://schemas.openxmlformats.org/officeDocument/2006/relationships/tags" Target="../tags/tag383.xml"/><Relationship Id="rId27" Type="http://schemas.openxmlformats.org/officeDocument/2006/relationships/tags" Target="../tags/tag382.xml"/><Relationship Id="rId26" Type="http://schemas.openxmlformats.org/officeDocument/2006/relationships/tags" Target="../tags/tag381.xml"/><Relationship Id="rId25" Type="http://schemas.openxmlformats.org/officeDocument/2006/relationships/image" Target="../media/image81.svg"/><Relationship Id="rId24" Type="http://schemas.openxmlformats.org/officeDocument/2006/relationships/image" Target="../media/image80.png"/><Relationship Id="rId23" Type="http://schemas.openxmlformats.org/officeDocument/2006/relationships/tags" Target="../tags/tag380.xml"/><Relationship Id="rId22" Type="http://schemas.openxmlformats.org/officeDocument/2006/relationships/tags" Target="../tags/tag379.xml"/><Relationship Id="rId21" Type="http://schemas.openxmlformats.org/officeDocument/2006/relationships/tags" Target="../tags/tag378.xml"/><Relationship Id="rId20" Type="http://schemas.openxmlformats.org/officeDocument/2006/relationships/tags" Target="../tags/tag377.xml"/><Relationship Id="rId2" Type="http://schemas.openxmlformats.org/officeDocument/2006/relationships/tags" Target="../tags/tag363.xml"/><Relationship Id="rId19" Type="http://schemas.openxmlformats.org/officeDocument/2006/relationships/tags" Target="../tags/tag376.xml"/><Relationship Id="rId18" Type="http://schemas.openxmlformats.org/officeDocument/2006/relationships/image" Target="../media/image79.svg"/><Relationship Id="rId17" Type="http://schemas.openxmlformats.org/officeDocument/2006/relationships/image" Target="../media/image78.png"/><Relationship Id="rId16" Type="http://schemas.openxmlformats.org/officeDocument/2006/relationships/tags" Target="../tags/tag375.xml"/><Relationship Id="rId15" Type="http://schemas.openxmlformats.org/officeDocument/2006/relationships/tags" Target="../tags/tag374.xml"/><Relationship Id="rId14" Type="http://schemas.openxmlformats.org/officeDocument/2006/relationships/tags" Target="../tags/tag373.xml"/><Relationship Id="rId13" Type="http://schemas.openxmlformats.org/officeDocument/2006/relationships/tags" Target="../tags/tag372.xml"/><Relationship Id="rId12" Type="http://schemas.openxmlformats.org/officeDocument/2006/relationships/tags" Target="../tags/tag371.xml"/><Relationship Id="rId11" Type="http://schemas.openxmlformats.org/officeDocument/2006/relationships/image" Target="../media/image77.svg"/><Relationship Id="rId10" Type="http://schemas.openxmlformats.org/officeDocument/2006/relationships/image" Target="../media/image76.png"/><Relationship Id="rId1" Type="http://schemas.openxmlformats.org/officeDocument/2006/relationships/tags" Target="../tags/tag362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411.xml"/><Relationship Id="rId8" Type="http://schemas.openxmlformats.org/officeDocument/2006/relationships/tags" Target="../tags/tag410.xml"/><Relationship Id="rId7" Type="http://schemas.openxmlformats.org/officeDocument/2006/relationships/tags" Target="../tags/tag409.xml"/><Relationship Id="rId6" Type="http://schemas.openxmlformats.org/officeDocument/2006/relationships/tags" Target="../tags/tag408.xml"/><Relationship Id="rId57" Type="http://schemas.openxmlformats.org/officeDocument/2006/relationships/slideLayout" Target="../slideLayouts/slideLayout16.xml"/><Relationship Id="rId56" Type="http://schemas.openxmlformats.org/officeDocument/2006/relationships/image" Target="../media/image92.png"/><Relationship Id="rId55" Type="http://schemas.openxmlformats.org/officeDocument/2006/relationships/tags" Target="../tags/tag443.xml"/><Relationship Id="rId54" Type="http://schemas.openxmlformats.org/officeDocument/2006/relationships/tags" Target="../tags/tag442.xml"/><Relationship Id="rId53" Type="http://schemas.openxmlformats.org/officeDocument/2006/relationships/image" Target="../media/image89.svg"/><Relationship Id="rId52" Type="http://schemas.openxmlformats.org/officeDocument/2006/relationships/image" Target="../media/image88.png"/><Relationship Id="rId51" Type="http://schemas.openxmlformats.org/officeDocument/2006/relationships/tags" Target="../tags/tag441.xml"/><Relationship Id="rId50" Type="http://schemas.openxmlformats.org/officeDocument/2006/relationships/tags" Target="../tags/tag440.xml"/><Relationship Id="rId5" Type="http://schemas.openxmlformats.org/officeDocument/2006/relationships/tags" Target="../tags/tag407.xml"/><Relationship Id="rId49" Type="http://schemas.openxmlformats.org/officeDocument/2006/relationships/tags" Target="../tags/tag439.xml"/><Relationship Id="rId48" Type="http://schemas.openxmlformats.org/officeDocument/2006/relationships/tags" Target="../tags/tag438.xml"/><Relationship Id="rId47" Type="http://schemas.openxmlformats.org/officeDocument/2006/relationships/tags" Target="../tags/tag437.xml"/><Relationship Id="rId46" Type="http://schemas.openxmlformats.org/officeDocument/2006/relationships/image" Target="../media/image87.svg"/><Relationship Id="rId45" Type="http://schemas.openxmlformats.org/officeDocument/2006/relationships/image" Target="../media/image86.png"/><Relationship Id="rId44" Type="http://schemas.openxmlformats.org/officeDocument/2006/relationships/tags" Target="../tags/tag436.xml"/><Relationship Id="rId43" Type="http://schemas.openxmlformats.org/officeDocument/2006/relationships/tags" Target="../tags/tag435.xml"/><Relationship Id="rId42" Type="http://schemas.openxmlformats.org/officeDocument/2006/relationships/tags" Target="../tags/tag434.xml"/><Relationship Id="rId41" Type="http://schemas.openxmlformats.org/officeDocument/2006/relationships/tags" Target="../tags/tag433.xml"/><Relationship Id="rId40" Type="http://schemas.openxmlformats.org/officeDocument/2006/relationships/tags" Target="../tags/tag432.xml"/><Relationship Id="rId4" Type="http://schemas.openxmlformats.org/officeDocument/2006/relationships/tags" Target="../tags/tag406.xml"/><Relationship Id="rId39" Type="http://schemas.openxmlformats.org/officeDocument/2006/relationships/image" Target="../media/image85.svg"/><Relationship Id="rId38" Type="http://schemas.openxmlformats.org/officeDocument/2006/relationships/image" Target="../media/image84.png"/><Relationship Id="rId37" Type="http://schemas.openxmlformats.org/officeDocument/2006/relationships/tags" Target="../tags/tag431.xml"/><Relationship Id="rId36" Type="http://schemas.openxmlformats.org/officeDocument/2006/relationships/tags" Target="../tags/tag430.xml"/><Relationship Id="rId35" Type="http://schemas.openxmlformats.org/officeDocument/2006/relationships/tags" Target="../tags/tag429.xml"/><Relationship Id="rId34" Type="http://schemas.openxmlformats.org/officeDocument/2006/relationships/tags" Target="../tags/tag428.xml"/><Relationship Id="rId33" Type="http://schemas.openxmlformats.org/officeDocument/2006/relationships/tags" Target="../tags/tag427.xml"/><Relationship Id="rId32" Type="http://schemas.openxmlformats.org/officeDocument/2006/relationships/image" Target="../media/image83.svg"/><Relationship Id="rId31" Type="http://schemas.openxmlformats.org/officeDocument/2006/relationships/image" Target="../media/image82.png"/><Relationship Id="rId30" Type="http://schemas.openxmlformats.org/officeDocument/2006/relationships/tags" Target="../tags/tag426.xml"/><Relationship Id="rId3" Type="http://schemas.openxmlformats.org/officeDocument/2006/relationships/tags" Target="../tags/tag405.xml"/><Relationship Id="rId29" Type="http://schemas.openxmlformats.org/officeDocument/2006/relationships/tags" Target="../tags/tag425.xml"/><Relationship Id="rId28" Type="http://schemas.openxmlformats.org/officeDocument/2006/relationships/tags" Target="../tags/tag424.xml"/><Relationship Id="rId27" Type="http://schemas.openxmlformats.org/officeDocument/2006/relationships/tags" Target="../tags/tag423.xml"/><Relationship Id="rId26" Type="http://schemas.openxmlformats.org/officeDocument/2006/relationships/tags" Target="../tags/tag422.xml"/><Relationship Id="rId25" Type="http://schemas.openxmlformats.org/officeDocument/2006/relationships/image" Target="../media/image81.svg"/><Relationship Id="rId24" Type="http://schemas.openxmlformats.org/officeDocument/2006/relationships/image" Target="../media/image80.png"/><Relationship Id="rId23" Type="http://schemas.openxmlformats.org/officeDocument/2006/relationships/tags" Target="../tags/tag421.xml"/><Relationship Id="rId22" Type="http://schemas.openxmlformats.org/officeDocument/2006/relationships/tags" Target="../tags/tag420.xml"/><Relationship Id="rId21" Type="http://schemas.openxmlformats.org/officeDocument/2006/relationships/tags" Target="../tags/tag419.xml"/><Relationship Id="rId20" Type="http://schemas.openxmlformats.org/officeDocument/2006/relationships/tags" Target="../tags/tag418.xml"/><Relationship Id="rId2" Type="http://schemas.openxmlformats.org/officeDocument/2006/relationships/tags" Target="../tags/tag404.xml"/><Relationship Id="rId19" Type="http://schemas.openxmlformats.org/officeDocument/2006/relationships/tags" Target="../tags/tag417.xml"/><Relationship Id="rId18" Type="http://schemas.openxmlformats.org/officeDocument/2006/relationships/image" Target="../media/image79.svg"/><Relationship Id="rId17" Type="http://schemas.openxmlformats.org/officeDocument/2006/relationships/image" Target="../media/image78.png"/><Relationship Id="rId16" Type="http://schemas.openxmlformats.org/officeDocument/2006/relationships/tags" Target="../tags/tag416.xml"/><Relationship Id="rId15" Type="http://schemas.openxmlformats.org/officeDocument/2006/relationships/tags" Target="../tags/tag415.xml"/><Relationship Id="rId14" Type="http://schemas.openxmlformats.org/officeDocument/2006/relationships/tags" Target="../tags/tag414.xml"/><Relationship Id="rId13" Type="http://schemas.openxmlformats.org/officeDocument/2006/relationships/tags" Target="../tags/tag413.xml"/><Relationship Id="rId12" Type="http://schemas.openxmlformats.org/officeDocument/2006/relationships/tags" Target="../tags/tag412.xml"/><Relationship Id="rId11" Type="http://schemas.openxmlformats.org/officeDocument/2006/relationships/image" Target="../media/image77.svg"/><Relationship Id="rId10" Type="http://schemas.openxmlformats.org/officeDocument/2006/relationships/image" Target="../media/image76.png"/><Relationship Id="rId1" Type="http://schemas.openxmlformats.org/officeDocument/2006/relationships/tags" Target="../tags/tag403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tags" Target="../tags/tag446.xml"/><Relationship Id="rId2" Type="http://schemas.openxmlformats.org/officeDocument/2006/relationships/tags" Target="../tags/tag445.xml"/><Relationship Id="rId1" Type="http://schemas.openxmlformats.org/officeDocument/2006/relationships/tags" Target="../tags/tag444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455.xml"/><Relationship Id="rId8" Type="http://schemas.openxmlformats.org/officeDocument/2006/relationships/tags" Target="../tags/tag454.xml"/><Relationship Id="rId7" Type="http://schemas.openxmlformats.org/officeDocument/2006/relationships/tags" Target="../tags/tag453.xml"/><Relationship Id="rId69" Type="http://schemas.openxmlformats.org/officeDocument/2006/relationships/slideLayout" Target="../slideLayouts/slideLayout16.xml"/><Relationship Id="rId68" Type="http://schemas.openxmlformats.org/officeDocument/2006/relationships/tags" Target="../tags/tag494.xml"/><Relationship Id="rId67" Type="http://schemas.openxmlformats.org/officeDocument/2006/relationships/image" Target="../media/image21.svg"/><Relationship Id="rId66" Type="http://schemas.openxmlformats.org/officeDocument/2006/relationships/image" Target="../media/image20.png"/><Relationship Id="rId65" Type="http://schemas.openxmlformats.org/officeDocument/2006/relationships/tags" Target="../tags/tag493.xml"/><Relationship Id="rId64" Type="http://schemas.openxmlformats.org/officeDocument/2006/relationships/tags" Target="../tags/tag492.xml"/><Relationship Id="rId63" Type="http://schemas.openxmlformats.org/officeDocument/2006/relationships/tags" Target="../tags/tag491.xml"/><Relationship Id="rId62" Type="http://schemas.openxmlformats.org/officeDocument/2006/relationships/image" Target="../media/image108.svg"/><Relationship Id="rId61" Type="http://schemas.openxmlformats.org/officeDocument/2006/relationships/image" Target="../media/image107.png"/><Relationship Id="rId60" Type="http://schemas.openxmlformats.org/officeDocument/2006/relationships/tags" Target="../tags/tag490.xml"/><Relationship Id="rId6" Type="http://schemas.openxmlformats.org/officeDocument/2006/relationships/tags" Target="../tags/tag452.xml"/><Relationship Id="rId59" Type="http://schemas.openxmlformats.org/officeDocument/2006/relationships/tags" Target="../tags/tag489.xml"/><Relationship Id="rId58" Type="http://schemas.openxmlformats.org/officeDocument/2006/relationships/tags" Target="../tags/tag488.xml"/><Relationship Id="rId57" Type="http://schemas.openxmlformats.org/officeDocument/2006/relationships/image" Target="../media/image19.svg"/><Relationship Id="rId56" Type="http://schemas.openxmlformats.org/officeDocument/2006/relationships/image" Target="../media/image18.png"/><Relationship Id="rId55" Type="http://schemas.openxmlformats.org/officeDocument/2006/relationships/tags" Target="../tags/tag487.xml"/><Relationship Id="rId54" Type="http://schemas.openxmlformats.org/officeDocument/2006/relationships/tags" Target="../tags/tag486.xml"/><Relationship Id="rId53" Type="http://schemas.openxmlformats.org/officeDocument/2006/relationships/tags" Target="../tags/tag485.xml"/><Relationship Id="rId52" Type="http://schemas.openxmlformats.org/officeDocument/2006/relationships/tags" Target="../tags/tag484.xml"/><Relationship Id="rId51" Type="http://schemas.openxmlformats.org/officeDocument/2006/relationships/image" Target="../media/image106.svg"/><Relationship Id="rId50" Type="http://schemas.openxmlformats.org/officeDocument/2006/relationships/image" Target="../media/image105.png"/><Relationship Id="rId5" Type="http://schemas.openxmlformats.org/officeDocument/2006/relationships/tags" Target="../tags/tag451.xml"/><Relationship Id="rId49" Type="http://schemas.openxmlformats.org/officeDocument/2006/relationships/tags" Target="../tags/tag483.xml"/><Relationship Id="rId48" Type="http://schemas.openxmlformats.org/officeDocument/2006/relationships/tags" Target="../tags/tag482.xml"/><Relationship Id="rId47" Type="http://schemas.openxmlformats.org/officeDocument/2006/relationships/tags" Target="../tags/tag481.xml"/><Relationship Id="rId46" Type="http://schemas.openxmlformats.org/officeDocument/2006/relationships/image" Target="../media/image104.svg"/><Relationship Id="rId45" Type="http://schemas.openxmlformats.org/officeDocument/2006/relationships/image" Target="../media/image103.png"/><Relationship Id="rId44" Type="http://schemas.openxmlformats.org/officeDocument/2006/relationships/tags" Target="../tags/tag480.xml"/><Relationship Id="rId43" Type="http://schemas.openxmlformats.org/officeDocument/2006/relationships/tags" Target="../tags/tag479.xml"/><Relationship Id="rId42" Type="http://schemas.openxmlformats.org/officeDocument/2006/relationships/tags" Target="../tags/tag478.xml"/><Relationship Id="rId41" Type="http://schemas.openxmlformats.org/officeDocument/2006/relationships/image" Target="../media/image102.svg"/><Relationship Id="rId40" Type="http://schemas.openxmlformats.org/officeDocument/2006/relationships/image" Target="../media/image101.png"/><Relationship Id="rId4" Type="http://schemas.openxmlformats.org/officeDocument/2006/relationships/tags" Target="../tags/tag450.xml"/><Relationship Id="rId39" Type="http://schemas.openxmlformats.org/officeDocument/2006/relationships/tags" Target="../tags/tag477.xml"/><Relationship Id="rId38" Type="http://schemas.openxmlformats.org/officeDocument/2006/relationships/tags" Target="../tags/tag476.xml"/><Relationship Id="rId37" Type="http://schemas.openxmlformats.org/officeDocument/2006/relationships/tags" Target="../tags/tag475.xml"/><Relationship Id="rId36" Type="http://schemas.openxmlformats.org/officeDocument/2006/relationships/image" Target="../media/image100.svg"/><Relationship Id="rId35" Type="http://schemas.openxmlformats.org/officeDocument/2006/relationships/image" Target="../media/image99.png"/><Relationship Id="rId34" Type="http://schemas.openxmlformats.org/officeDocument/2006/relationships/tags" Target="../tags/tag474.xml"/><Relationship Id="rId33" Type="http://schemas.openxmlformats.org/officeDocument/2006/relationships/tags" Target="../tags/tag473.xml"/><Relationship Id="rId32" Type="http://schemas.openxmlformats.org/officeDocument/2006/relationships/tags" Target="../tags/tag472.xml"/><Relationship Id="rId31" Type="http://schemas.openxmlformats.org/officeDocument/2006/relationships/tags" Target="../tags/tag471.xml"/><Relationship Id="rId30" Type="http://schemas.openxmlformats.org/officeDocument/2006/relationships/tags" Target="../tags/tag470.xml"/><Relationship Id="rId3" Type="http://schemas.openxmlformats.org/officeDocument/2006/relationships/tags" Target="../tags/tag449.xml"/><Relationship Id="rId29" Type="http://schemas.openxmlformats.org/officeDocument/2006/relationships/image" Target="../media/image98.svg"/><Relationship Id="rId28" Type="http://schemas.openxmlformats.org/officeDocument/2006/relationships/image" Target="../media/image97.png"/><Relationship Id="rId27" Type="http://schemas.openxmlformats.org/officeDocument/2006/relationships/tags" Target="../tags/tag469.xml"/><Relationship Id="rId26" Type="http://schemas.openxmlformats.org/officeDocument/2006/relationships/tags" Target="../tags/tag468.xml"/><Relationship Id="rId25" Type="http://schemas.openxmlformats.org/officeDocument/2006/relationships/tags" Target="../tags/tag467.xml"/><Relationship Id="rId24" Type="http://schemas.openxmlformats.org/officeDocument/2006/relationships/tags" Target="../tags/tag466.xml"/><Relationship Id="rId23" Type="http://schemas.openxmlformats.org/officeDocument/2006/relationships/image" Target="../media/image96.svg"/><Relationship Id="rId22" Type="http://schemas.openxmlformats.org/officeDocument/2006/relationships/image" Target="../media/image95.png"/><Relationship Id="rId21" Type="http://schemas.openxmlformats.org/officeDocument/2006/relationships/tags" Target="../tags/tag465.xml"/><Relationship Id="rId20" Type="http://schemas.openxmlformats.org/officeDocument/2006/relationships/tags" Target="../tags/tag464.xml"/><Relationship Id="rId2" Type="http://schemas.openxmlformats.org/officeDocument/2006/relationships/tags" Target="../tags/tag448.xml"/><Relationship Id="rId19" Type="http://schemas.openxmlformats.org/officeDocument/2006/relationships/tags" Target="../tags/tag463.xml"/><Relationship Id="rId18" Type="http://schemas.openxmlformats.org/officeDocument/2006/relationships/image" Target="../media/image94.svg"/><Relationship Id="rId17" Type="http://schemas.openxmlformats.org/officeDocument/2006/relationships/image" Target="../media/image93.png"/><Relationship Id="rId16" Type="http://schemas.openxmlformats.org/officeDocument/2006/relationships/tags" Target="../tags/tag462.xml"/><Relationship Id="rId15" Type="http://schemas.openxmlformats.org/officeDocument/2006/relationships/tags" Target="../tags/tag461.xml"/><Relationship Id="rId14" Type="http://schemas.openxmlformats.org/officeDocument/2006/relationships/tags" Target="../tags/tag460.xml"/><Relationship Id="rId13" Type="http://schemas.openxmlformats.org/officeDocument/2006/relationships/tags" Target="../tags/tag459.xml"/><Relationship Id="rId12" Type="http://schemas.openxmlformats.org/officeDocument/2006/relationships/tags" Target="../tags/tag458.xml"/><Relationship Id="rId11" Type="http://schemas.openxmlformats.org/officeDocument/2006/relationships/tags" Target="../tags/tag457.xml"/><Relationship Id="rId10" Type="http://schemas.openxmlformats.org/officeDocument/2006/relationships/tags" Target="../tags/tag456.xml"/><Relationship Id="rId1" Type="http://schemas.openxmlformats.org/officeDocument/2006/relationships/tags" Target="../tags/tag447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503.xml"/><Relationship Id="rId8" Type="http://schemas.openxmlformats.org/officeDocument/2006/relationships/tags" Target="../tags/tag502.xml"/><Relationship Id="rId70" Type="http://schemas.openxmlformats.org/officeDocument/2006/relationships/slideLayout" Target="../slideLayouts/slideLayout16.xml"/><Relationship Id="rId7" Type="http://schemas.openxmlformats.org/officeDocument/2006/relationships/tags" Target="../tags/tag501.xml"/><Relationship Id="rId69" Type="http://schemas.openxmlformats.org/officeDocument/2006/relationships/image" Target="../media/image109.png"/><Relationship Id="rId68" Type="http://schemas.openxmlformats.org/officeDocument/2006/relationships/tags" Target="../tags/tag542.xml"/><Relationship Id="rId67" Type="http://schemas.openxmlformats.org/officeDocument/2006/relationships/image" Target="../media/image21.svg"/><Relationship Id="rId66" Type="http://schemas.openxmlformats.org/officeDocument/2006/relationships/image" Target="../media/image20.png"/><Relationship Id="rId65" Type="http://schemas.openxmlformats.org/officeDocument/2006/relationships/tags" Target="../tags/tag541.xml"/><Relationship Id="rId64" Type="http://schemas.openxmlformats.org/officeDocument/2006/relationships/tags" Target="../tags/tag540.xml"/><Relationship Id="rId63" Type="http://schemas.openxmlformats.org/officeDocument/2006/relationships/tags" Target="../tags/tag539.xml"/><Relationship Id="rId62" Type="http://schemas.openxmlformats.org/officeDocument/2006/relationships/image" Target="../media/image108.svg"/><Relationship Id="rId61" Type="http://schemas.openxmlformats.org/officeDocument/2006/relationships/image" Target="../media/image107.png"/><Relationship Id="rId60" Type="http://schemas.openxmlformats.org/officeDocument/2006/relationships/tags" Target="../tags/tag538.xml"/><Relationship Id="rId6" Type="http://schemas.openxmlformats.org/officeDocument/2006/relationships/tags" Target="../tags/tag500.xml"/><Relationship Id="rId59" Type="http://schemas.openxmlformats.org/officeDocument/2006/relationships/tags" Target="../tags/tag537.xml"/><Relationship Id="rId58" Type="http://schemas.openxmlformats.org/officeDocument/2006/relationships/tags" Target="../tags/tag536.xml"/><Relationship Id="rId57" Type="http://schemas.openxmlformats.org/officeDocument/2006/relationships/image" Target="../media/image19.svg"/><Relationship Id="rId56" Type="http://schemas.openxmlformats.org/officeDocument/2006/relationships/image" Target="../media/image18.png"/><Relationship Id="rId55" Type="http://schemas.openxmlformats.org/officeDocument/2006/relationships/tags" Target="../tags/tag535.xml"/><Relationship Id="rId54" Type="http://schemas.openxmlformats.org/officeDocument/2006/relationships/tags" Target="../tags/tag534.xml"/><Relationship Id="rId53" Type="http://schemas.openxmlformats.org/officeDocument/2006/relationships/tags" Target="../tags/tag533.xml"/><Relationship Id="rId52" Type="http://schemas.openxmlformats.org/officeDocument/2006/relationships/tags" Target="../tags/tag532.xml"/><Relationship Id="rId51" Type="http://schemas.openxmlformats.org/officeDocument/2006/relationships/image" Target="../media/image106.svg"/><Relationship Id="rId50" Type="http://schemas.openxmlformats.org/officeDocument/2006/relationships/image" Target="../media/image105.png"/><Relationship Id="rId5" Type="http://schemas.openxmlformats.org/officeDocument/2006/relationships/tags" Target="../tags/tag499.xml"/><Relationship Id="rId49" Type="http://schemas.openxmlformats.org/officeDocument/2006/relationships/tags" Target="../tags/tag531.xml"/><Relationship Id="rId48" Type="http://schemas.openxmlformats.org/officeDocument/2006/relationships/tags" Target="../tags/tag530.xml"/><Relationship Id="rId47" Type="http://schemas.openxmlformats.org/officeDocument/2006/relationships/tags" Target="../tags/tag529.xml"/><Relationship Id="rId46" Type="http://schemas.openxmlformats.org/officeDocument/2006/relationships/image" Target="../media/image104.svg"/><Relationship Id="rId45" Type="http://schemas.openxmlformats.org/officeDocument/2006/relationships/image" Target="../media/image103.png"/><Relationship Id="rId44" Type="http://schemas.openxmlformats.org/officeDocument/2006/relationships/tags" Target="../tags/tag528.xml"/><Relationship Id="rId43" Type="http://schemas.openxmlformats.org/officeDocument/2006/relationships/tags" Target="../tags/tag527.xml"/><Relationship Id="rId42" Type="http://schemas.openxmlformats.org/officeDocument/2006/relationships/tags" Target="../tags/tag526.xml"/><Relationship Id="rId41" Type="http://schemas.openxmlformats.org/officeDocument/2006/relationships/image" Target="../media/image102.svg"/><Relationship Id="rId40" Type="http://schemas.openxmlformats.org/officeDocument/2006/relationships/image" Target="../media/image101.png"/><Relationship Id="rId4" Type="http://schemas.openxmlformats.org/officeDocument/2006/relationships/tags" Target="../tags/tag498.xml"/><Relationship Id="rId39" Type="http://schemas.openxmlformats.org/officeDocument/2006/relationships/tags" Target="../tags/tag525.xml"/><Relationship Id="rId38" Type="http://schemas.openxmlformats.org/officeDocument/2006/relationships/tags" Target="../tags/tag524.xml"/><Relationship Id="rId37" Type="http://schemas.openxmlformats.org/officeDocument/2006/relationships/tags" Target="../tags/tag523.xml"/><Relationship Id="rId36" Type="http://schemas.openxmlformats.org/officeDocument/2006/relationships/image" Target="../media/image100.svg"/><Relationship Id="rId35" Type="http://schemas.openxmlformats.org/officeDocument/2006/relationships/image" Target="../media/image99.png"/><Relationship Id="rId34" Type="http://schemas.openxmlformats.org/officeDocument/2006/relationships/tags" Target="../tags/tag522.xml"/><Relationship Id="rId33" Type="http://schemas.openxmlformats.org/officeDocument/2006/relationships/tags" Target="../tags/tag521.xml"/><Relationship Id="rId32" Type="http://schemas.openxmlformats.org/officeDocument/2006/relationships/tags" Target="../tags/tag520.xml"/><Relationship Id="rId31" Type="http://schemas.openxmlformats.org/officeDocument/2006/relationships/tags" Target="../tags/tag519.xml"/><Relationship Id="rId30" Type="http://schemas.openxmlformats.org/officeDocument/2006/relationships/tags" Target="../tags/tag518.xml"/><Relationship Id="rId3" Type="http://schemas.openxmlformats.org/officeDocument/2006/relationships/tags" Target="../tags/tag497.xml"/><Relationship Id="rId29" Type="http://schemas.openxmlformats.org/officeDocument/2006/relationships/image" Target="../media/image98.svg"/><Relationship Id="rId28" Type="http://schemas.openxmlformats.org/officeDocument/2006/relationships/image" Target="../media/image97.png"/><Relationship Id="rId27" Type="http://schemas.openxmlformats.org/officeDocument/2006/relationships/tags" Target="../tags/tag517.xml"/><Relationship Id="rId26" Type="http://schemas.openxmlformats.org/officeDocument/2006/relationships/tags" Target="../tags/tag516.xml"/><Relationship Id="rId25" Type="http://schemas.openxmlformats.org/officeDocument/2006/relationships/tags" Target="../tags/tag515.xml"/><Relationship Id="rId24" Type="http://schemas.openxmlformats.org/officeDocument/2006/relationships/tags" Target="../tags/tag514.xml"/><Relationship Id="rId23" Type="http://schemas.openxmlformats.org/officeDocument/2006/relationships/image" Target="../media/image96.svg"/><Relationship Id="rId22" Type="http://schemas.openxmlformats.org/officeDocument/2006/relationships/image" Target="../media/image95.png"/><Relationship Id="rId21" Type="http://schemas.openxmlformats.org/officeDocument/2006/relationships/tags" Target="../tags/tag513.xml"/><Relationship Id="rId20" Type="http://schemas.openxmlformats.org/officeDocument/2006/relationships/tags" Target="../tags/tag512.xml"/><Relationship Id="rId2" Type="http://schemas.openxmlformats.org/officeDocument/2006/relationships/tags" Target="../tags/tag496.xml"/><Relationship Id="rId19" Type="http://schemas.openxmlformats.org/officeDocument/2006/relationships/tags" Target="../tags/tag511.xml"/><Relationship Id="rId18" Type="http://schemas.openxmlformats.org/officeDocument/2006/relationships/image" Target="../media/image94.svg"/><Relationship Id="rId17" Type="http://schemas.openxmlformats.org/officeDocument/2006/relationships/image" Target="../media/image93.png"/><Relationship Id="rId16" Type="http://schemas.openxmlformats.org/officeDocument/2006/relationships/tags" Target="../tags/tag510.xml"/><Relationship Id="rId15" Type="http://schemas.openxmlformats.org/officeDocument/2006/relationships/tags" Target="../tags/tag509.xml"/><Relationship Id="rId14" Type="http://schemas.openxmlformats.org/officeDocument/2006/relationships/tags" Target="../tags/tag508.xml"/><Relationship Id="rId13" Type="http://schemas.openxmlformats.org/officeDocument/2006/relationships/tags" Target="../tags/tag507.xml"/><Relationship Id="rId12" Type="http://schemas.openxmlformats.org/officeDocument/2006/relationships/tags" Target="../tags/tag506.xml"/><Relationship Id="rId11" Type="http://schemas.openxmlformats.org/officeDocument/2006/relationships/tags" Target="../tags/tag505.xml"/><Relationship Id="rId10" Type="http://schemas.openxmlformats.org/officeDocument/2006/relationships/tags" Target="../tags/tag504.xml"/><Relationship Id="rId1" Type="http://schemas.openxmlformats.org/officeDocument/2006/relationships/tags" Target="../tags/tag495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551.xml"/><Relationship Id="rId8" Type="http://schemas.openxmlformats.org/officeDocument/2006/relationships/tags" Target="../tags/tag550.xml"/><Relationship Id="rId71" Type="http://schemas.openxmlformats.org/officeDocument/2006/relationships/slideLayout" Target="../slideLayouts/slideLayout16.xml"/><Relationship Id="rId70" Type="http://schemas.openxmlformats.org/officeDocument/2006/relationships/image" Target="../media/image110.png"/><Relationship Id="rId7" Type="http://schemas.openxmlformats.org/officeDocument/2006/relationships/tags" Target="../tags/tag549.xml"/><Relationship Id="rId69" Type="http://schemas.openxmlformats.org/officeDocument/2006/relationships/image" Target="../media/image109.png"/><Relationship Id="rId68" Type="http://schemas.openxmlformats.org/officeDocument/2006/relationships/tags" Target="../tags/tag590.xml"/><Relationship Id="rId67" Type="http://schemas.openxmlformats.org/officeDocument/2006/relationships/image" Target="../media/image21.svg"/><Relationship Id="rId66" Type="http://schemas.openxmlformats.org/officeDocument/2006/relationships/image" Target="../media/image20.png"/><Relationship Id="rId65" Type="http://schemas.openxmlformats.org/officeDocument/2006/relationships/tags" Target="../tags/tag589.xml"/><Relationship Id="rId64" Type="http://schemas.openxmlformats.org/officeDocument/2006/relationships/tags" Target="../tags/tag588.xml"/><Relationship Id="rId63" Type="http://schemas.openxmlformats.org/officeDocument/2006/relationships/tags" Target="../tags/tag587.xml"/><Relationship Id="rId62" Type="http://schemas.openxmlformats.org/officeDocument/2006/relationships/image" Target="../media/image108.svg"/><Relationship Id="rId61" Type="http://schemas.openxmlformats.org/officeDocument/2006/relationships/image" Target="../media/image107.png"/><Relationship Id="rId60" Type="http://schemas.openxmlformats.org/officeDocument/2006/relationships/tags" Target="../tags/tag586.xml"/><Relationship Id="rId6" Type="http://schemas.openxmlformats.org/officeDocument/2006/relationships/tags" Target="../tags/tag548.xml"/><Relationship Id="rId59" Type="http://schemas.openxmlformats.org/officeDocument/2006/relationships/tags" Target="../tags/tag585.xml"/><Relationship Id="rId58" Type="http://schemas.openxmlformats.org/officeDocument/2006/relationships/tags" Target="../tags/tag584.xml"/><Relationship Id="rId57" Type="http://schemas.openxmlformats.org/officeDocument/2006/relationships/image" Target="../media/image19.svg"/><Relationship Id="rId56" Type="http://schemas.openxmlformats.org/officeDocument/2006/relationships/image" Target="../media/image18.png"/><Relationship Id="rId55" Type="http://schemas.openxmlformats.org/officeDocument/2006/relationships/tags" Target="../tags/tag583.xml"/><Relationship Id="rId54" Type="http://schemas.openxmlformats.org/officeDocument/2006/relationships/tags" Target="../tags/tag582.xml"/><Relationship Id="rId53" Type="http://schemas.openxmlformats.org/officeDocument/2006/relationships/tags" Target="../tags/tag581.xml"/><Relationship Id="rId52" Type="http://schemas.openxmlformats.org/officeDocument/2006/relationships/tags" Target="../tags/tag580.xml"/><Relationship Id="rId51" Type="http://schemas.openxmlformats.org/officeDocument/2006/relationships/image" Target="../media/image106.svg"/><Relationship Id="rId50" Type="http://schemas.openxmlformats.org/officeDocument/2006/relationships/image" Target="../media/image105.png"/><Relationship Id="rId5" Type="http://schemas.openxmlformats.org/officeDocument/2006/relationships/tags" Target="../tags/tag547.xml"/><Relationship Id="rId49" Type="http://schemas.openxmlformats.org/officeDocument/2006/relationships/tags" Target="../tags/tag579.xml"/><Relationship Id="rId48" Type="http://schemas.openxmlformats.org/officeDocument/2006/relationships/tags" Target="../tags/tag578.xml"/><Relationship Id="rId47" Type="http://schemas.openxmlformats.org/officeDocument/2006/relationships/tags" Target="../tags/tag577.xml"/><Relationship Id="rId46" Type="http://schemas.openxmlformats.org/officeDocument/2006/relationships/image" Target="../media/image104.svg"/><Relationship Id="rId45" Type="http://schemas.openxmlformats.org/officeDocument/2006/relationships/image" Target="../media/image103.png"/><Relationship Id="rId44" Type="http://schemas.openxmlformats.org/officeDocument/2006/relationships/tags" Target="../tags/tag576.xml"/><Relationship Id="rId43" Type="http://schemas.openxmlformats.org/officeDocument/2006/relationships/tags" Target="../tags/tag575.xml"/><Relationship Id="rId42" Type="http://schemas.openxmlformats.org/officeDocument/2006/relationships/tags" Target="../tags/tag574.xml"/><Relationship Id="rId41" Type="http://schemas.openxmlformats.org/officeDocument/2006/relationships/image" Target="../media/image102.svg"/><Relationship Id="rId40" Type="http://schemas.openxmlformats.org/officeDocument/2006/relationships/image" Target="../media/image101.png"/><Relationship Id="rId4" Type="http://schemas.openxmlformats.org/officeDocument/2006/relationships/tags" Target="../tags/tag546.xml"/><Relationship Id="rId39" Type="http://schemas.openxmlformats.org/officeDocument/2006/relationships/tags" Target="../tags/tag573.xml"/><Relationship Id="rId38" Type="http://schemas.openxmlformats.org/officeDocument/2006/relationships/tags" Target="../tags/tag572.xml"/><Relationship Id="rId37" Type="http://schemas.openxmlformats.org/officeDocument/2006/relationships/tags" Target="../tags/tag571.xml"/><Relationship Id="rId36" Type="http://schemas.openxmlformats.org/officeDocument/2006/relationships/image" Target="../media/image100.svg"/><Relationship Id="rId35" Type="http://schemas.openxmlformats.org/officeDocument/2006/relationships/image" Target="../media/image99.png"/><Relationship Id="rId34" Type="http://schemas.openxmlformats.org/officeDocument/2006/relationships/tags" Target="../tags/tag570.xml"/><Relationship Id="rId33" Type="http://schemas.openxmlformats.org/officeDocument/2006/relationships/tags" Target="../tags/tag569.xml"/><Relationship Id="rId32" Type="http://schemas.openxmlformats.org/officeDocument/2006/relationships/tags" Target="../tags/tag568.xml"/><Relationship Id="rId31" Type="http://schemas.openxmlformats.org/officeDocument/2006/relationships/tags" Target="../tags/tag567.xml"/><Relationship Id="rId30" Type="http://schemas.openxmlformats.org/officeDocument/2006/relationships/tags" Target="../tags/tag566.xml"/><Relationship Id="rId3" Type="http://schemas.openxmlformats.org/officeDocument/2006/relationships/tags" Target="../tags/tag545.xml"/><Relationship Id="rId29" Type="http://schemas.openxmlformats.org/officeDocument/2006/relationships/image" Target="../media/image98.svg"/><Relationship Id="rId28" Type="http://schemas.openxmlformats.org/officeDocument/2006/relationships/image" Target="../media/image97.png"/><Relationship Id="rId27" Type="http://schemas.openxmlformats.org/officeDocument/2006/relationships/tags" Target="../tags/tag565.xml"/><Relationship Id="rId26" Type="http://schemas.openxmlformats.org/officeDocument/2006/relationships/tags" Target="../tags/tag564.xml"/><Relationship Id="rId25" Type="http://schemas.openxmlformats.org/officeDocument/2006/relationships/tags" Target="../tags/tag563.xml"/><Relationship Id="rId24" Type="http://schemas.openxmlformats.org/officeDocument/2006/relationships/tags" Target="../tags/tag562.xml"/><Relationship Id="rId23" Type="http://schemas.openxmlformats.org/officeDocument/2006/relationships/image" Target="../media/image96.svg"/><Relationship Id="rId22" Type="http://schemas.openxmlformats.org/officeDocument/2006/relationships/image" Target="../media/image95.png"/><Relationship Id="rId21" Type="http://schemas.openxmlformats.org/officeDocument/2006/relationships/tags" Target="../tags/tag561.xml"/><Relationship Id="rId20" Type="http://schemas.openxmlformats.org/officeDocument/2006/relationships/tags" Target="../tags/tag560.xml"/><Relationship Id="rId2" Type="http://schemas.openxmlformats.org/officeDocument/2006/relationships/tags" Target="../tags/tag544.xml"/><Relationship Id="rId19" Type="http://schemas.openxmlformats.org/officeDocument/2006/relationships/tags" Target="../tags/tag559.xml"/><Relationship Id="rId18" Type="http://schemas.openxmlformats.org/officeDocument/2006/relationships/image" Target="../media/image94.svg"/><Relationship Id="rId17" Type="http://schemas.openxmlformats.org/officeDocument/2006/relationships/image" Target="../media/image93.png"/><Relationship Id="rId16" Type="http://schemas.openxmlformats.org/officeDocument/2006/relationships/tags" Target="../tags/tag558.xml"/><Relationship Id="rId15" Type="http://schemas.openxmlformats.org/officeDocument/2006/relationships/tags" Target="../tags/tag557.xml"/><Relationship Id="rId14" Type="http://schemas.openxmlformats.org/officeDocument/2006/relationships/tags" Target="../tags/tag556.xml"/><Relationship Id="rId13" Type="http://schemas.openxmlformats.org/officeDocument/2006/relationships/tags" Target="../tags/tag555.xml"/><Relationship Id="rId12" Type="http://schemas.openxmlformats.org/officeDocument/2006/relationships/tags" Target="../tags/tag554.xml"/><Relationship Id="rId11" Type="http://schemas.openxmlformats.org/officeDocument/2006/relationships/tags" Target="../tags/tag553.xml"/><Relationship Id="rId10" Type="http://schemas.openxmlformats.org/officeDocument/2006/relationships/tags" Target="../tags/tag552.xml"/><Relationship Id="rId1" Type="http://schemas.openxmlformats.org/officeDocument/2006/relationships/tags" Target="../tags/tag543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599.xml"/><Relationship Id="rId8" Type="http://schemas.openxmlformats.org/officeDocument/2006/relationships/tags" Target="../tags/tag598.xml"/><Relationship Id="rId71" Type="http://schemas.openxmlformats.org/officeDocument/2006/relationships/slideLayout" Target="../slideLayouts/slideLayout16.xml"/><Relationship Id="rId70" Type="http://schemas.openxmlformats.org/officeDocument/2006/relationships/image" Target="../media/image112.png"/><Relationship Id="rId7" Type="http://schemas.openxmlformats.org/officeDocument/2006/relationships/tags" Target="../tags/tag597.xml"/><Relationship Id="rId69" Type="http://schemas.openxmlformats.org/officeDocument/2006/relationships/image" Target="../media/image111.png"/><Relationship Id="rId68" Type="http://schemas.openxmlformats.org/officeDocument/2006/relationships/tags" Target="../tags/tag638.xml"/><Relationship Id="rId67" Type="http://schemas.openxmlformats.org/officeDocument/2006/relationships/image" Target="../media/image21.svg"/><Relationship Id="rId66" Type="http://schemas.openxmlformats.org/officeDocument/2006/relationships/image" Target="../media/image20.png"/><Relationship Id="rId65" Type="http://schemas.openxmlformats.org/officeDocument/2006/relationships/tags" Target="../tags/tag637.xml"/><Relationship Id="rId64" Type="http://schemas.openxmlformats.org/officeDocument/2006/relationships/tags" Target="../tags/tag636.xml"/><Relationship Id="rId63" Type="http://schemas.openxmlformats.org/officeDocument/2006/relationships/tags" Target="../tags/tag635.xml"/><Relationship Id="rId62" Type="http://schemas.openxmlformats.org/officeDocument/2006/relationships/image" Target="../media/image108.svg"/><Relationship Id="rId61" Type="http://schemas.openxmlformats.org/officeDocument/2006/relationships/image" Target="../media/image107.png"/><Relationship Id="rId60" Type="http://schemas.openxmlformats.org/officeDocument/2006/relationships/tags" Target="../tags/tag634.xml"/><Relationship Id="rId6" Type="http://schemas.openxmlformats.org/officeDocument/2006/relationships/tags" Target="../tags/tag596.xml"/><Relationship Id="rId59" Type="http://schemas.openxmlformats.org/officeDocument/2006/relationships/tags" Target="../tags/tag633.xml"/><Relationship Id="rId58" Type="http://schemas.openxmlformats.org/officeDocument/2006/relationships/tags" Target="../tags/tag632.xml"/><Relationship Id="rId57" Type="http://schemas.openxmlformats.org/officeDocument/2006/relationships/image" Target="../media/image19.svg"/><Relationship Id="rId56" Type="http://schemas.openxmlformats.org/officeDocument/2006/relationships/image" Target="../media/image18.png"/><Relationship Id="rId55" Type="http://schemas.openxmlformats.org/officeDocument/2006/relationships/tags" Target="../tags/tag631.xml"/><Relationship Id="rId54" Type="http://schemas.openxmlformats.org/officeDocument/2006/relationships/tags" Target="../tags/tag630.xml"/><Relationship Id="rId53" Type="http://schemas.openxmlformats.org/officeDocument/2006/relationships/tags" Target="../tags/tag629.xml"/><Relationship Id="rId52" Type="http://schemas.openxmlformats.org/officeDocument/2006/relationships/tags" Target="../tags/tag628.xml"/><Relationship Id="rId51" Type="http://schemas.openxmlformats.org/officeDocument/2006/relationships/image" Target="../media/image106.svg"/><Relationship Id="rId50" Type="http://schemas.openxmlformats.org/officeDocument/2006/relationships/image" Target="../media/image105.png"/><Relationship Id="rId5" Type="http://schemas.openxmlformats.org/officeDocument/2006/relationships/tags" Target="../tags/tag595.xml"/><Relationship Id="rId49" Type="http://schemas.openxmlformats.org/officeDocument/2006/relationships/tags" Target="../tags/tag627.xml"/><Relationship Id="rId48" Type="http://schemas.openxmlformats.org/officeDocument/2006/relationships/tags" Target="../tags/tag626.xml"/><Relationship Id="rId47" Type="http://schemas.openxmlformats.org/officeDocument/2006/relationships/tags" Target="../tags/tag625.xml"/><Relationship Id="rId46" Type="http://schemas.openxmlformats.org/officeDocument/2006/relationships/image" Target="../media/image104.svg"/><Relationship Id="rId45" Type="http://schemas.openxmlformats.org/officeDocument/2006/relationships/image" Target="../media/image103.png"/><Relationship Id="rId44" Type="http://schemas.openxmlformats.org/officeDocument/2006/relationships/tags" Target="../tags/tag624.xml"/><Relationship Id="rId43" Type="http://schemas.openxmlformats.org/officeDocument/2006/relationships/tags" Target="../tags/tag623.xml"/><Relationship Id="rId42" Type="http://schemas.openxmlformats.org/officeDocument/2006/relationships/tags" Target="../tags/tag622.xml"/><Relationship Id="rId41" Type="http://schemas.openxmlformats.org/officeDocument/2006/relationships/image" Target="../media/image102.svg"/><Relationship Id="rId40" Type="http://schemas.openxmlformats.org/officeDocument/2006/relationships/image" Target="../media/image101.png"/><Relationship Id="rId4" Type="http://schemas.openxmlformats.org/officeDocument/2006/relationships/tags" Target="../tags/tag594.xml"/><Relationship Id="rId39" Type="http://schemas.openxmlformats.org/officeDocument/2006/relationships/tags" Target="../tags/tag621.xml"/><Relationship Id="rId38" Type="http://schemas.openxmlformats.org/officeDocument/2006/relationships/tags" Target="../tags/tag620.xml"/><Relationship Id="rId37" Type="http://schemas.openxmlformats.org/officeDocument/2006/relationships/tags" Target="../tags/tag619.xml"/><Relationship Id="rId36" Type="http://schemas.openxmlformats.org/officeDocument/2006/relationships/image" Target="../media/image100.svg"/><Relationship Id="rId35" Type="http://schemas.openxmlformats.org/officeDocument/2006/relationships/image" Target="../media/image99.png"/><Relationship Id="rId34" Type="http://schemas.openxmlformats.org/officeDocument/2006/relationships/tags" Target="../tags/tag618.xml"/><Relationship Id="rId33" Type="http://schemas.openxmlformats.org/officeDocument/2006/relationships/tags" Target="../tags/tag617.xml"/><Relationship Id="rId32" Type="http://schemas.openxmlformats.org/officeDocument/2006/relationships/tags" Target="../tags/tag616.xml"/><Relationship Id="rId31" Type="http://schemas.openxmlformats.org/officeDocument/2006/relationships/tags" Target="../tags/tag615.xml"/><Relationship Id="rId30" Type="http://schemas.openxmlformats.org/officeDocument/2006/relationships/tags" Target="../tags/tag614.xml"/><Relationship Id="rId3" Type="http://schemas.openxmlformats.org/officeDocument/2006/relationships/tags" Target="../tags/tag593.xml"/><Relationship Id="rId29" Type="http://schemas.openxmlformats.org/officeDocument/2006/relationships/image" Target="../media/image98.svg"/><Relationship Id="rId28" Type="http://schemas.openxmlformats.org/officeDocument/2006/relationships/image" Target="../media/image97.png"/><Relationship Id="rId27" Type="http://schemas.openxmlformats.org/officeDocument/2006/relationships/tags" Target="../tags/tag613.xml"/><Relationship Id="rId26" Type="http://schemas.openxmlformats.org/officeDocument/2006/relationships/tags" Target="../tags/tag612.xml"/><Relationship Id="rId25" Type="http://schemas.openxmlformats.org/officeDocument/2006/relationships/tags" Target="../tags/tag611.xml"/><Relationship Id="rId24" Type="http://schemas.openxmlformats.org/officeDocument/2006/relationships/tags" Target="../tags/tag610.xml"/><Relationship Id="rId23" Type="http://schemas.openxmlformats.org/officeDocument/2006/relationships/image" Target="../media/image96.svg"/><Relationship Id="rId22" Type="http://schemas.openxmlformats.org/officeDocument/2006/relationships/image" Target="../media/image95.png"/><Relationship Id="rId21" Type="http://schemas.openxmlformats.org/officeDocument/2006/relationships/tags" Target="../tags/tag609.xml"/><Relationship Id="rId20" Type="http://schemas.openxmlformats.org/officeDocument/2006/relationships/tags" Target="../tags/tag608.xml"/><Relationship Id="rId2" Type="http://schemas.openxmlformats.org/officeDocument/2006/relationships/tags" Target="../tags/tag592.xml"/><Relationship Id="rId19" Type="http://schemas.openxmlformats.org/officeDocument/2006/relationships/tags" Target="../tags/tag607.xml"/><Relationship Id="rId18" Type="http://schemas.openxmlformats.org/officeDocument/2006/relationships/image" Target="../media/image94.svg"/><Relationship Id="rId17" Type="http://schemas.openxmlformats.org/officeDocument/2006/relationships/image" Target="../media/image93.png"/><Relationship Id="rId16" Type="http://schemas.openxmlformats.org/officeDocument/2006/relationships/tags" Target="../tags/tag606.xml"/><Relationship Id="rId15" Type="http://schemas.openxmlformats.org/officeDocument/2006/relationships/tags" Target="../tags/tag605.xml"/><Relationship Id="rId14" Type="http://schemas.openxmlformats.org/officeDocument/2006/relationships/tags" Target="../tags/tag604.xml"/><Relationship Id="rId13" Type="http://schemas.openxmlformats.org/officeDocument/2006/relationships/tags" Target="../tags/tag603.xml"/><Relationship Id="rId12" Type="http://schemas.openxmlformats.org/officeDocument/2006/relationships/tags" Target="../tags/tag602.xml"/><Relationship Id="rId11" Type="http://schemas.openxmlformats.org/officeDocument/2006/relationships/tags" Target="../tags/tag601.xml"/><Relationship Id="rId10" Type="http://schemas.openxmlformats.org/officeDocument/2006/relationships/tags" Target="../tags/tag600.xml"/><Relationship Id="rId1" Type="http://schemas.openxmlformats.org/officeDocument/2006/relationships/tags" Target="../tags/tag591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.xml"/><Relationship Id="rId3" Type="http://schemas.openxmlformats.org/officeDocument/2006/relationships/tags" Target="../tags/tag641.xml"/><Relationship Id="rId2" Type="http://schemas.openxmlformats.org/officeDocument/2006/relationships/tags" Target="../tags/tag640.xml"/><Relationship Id="rId1" Type="http://schemas.openxmlformats.org/officeDocument/2006/relationships/tags" Target="../tags/tag639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1.xml"/><Relationship Id="rId3" Type="http://schemas.openxmlformats.org/officeDocument/2006/relationships/tags" Target="../tags/tag644.xml"/><Relationship Id="rId2" Type="http://schemas.openxmlformats.org/officeDocument/2006/relationships/tags" Target="../tags/tag643.xml"/><Relationship Id="rId1" Type="http://schemas.openxmlformats.org/officeDocument/2006/relationships/tags" Target="../tags/tag6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"/>
          <p:cNvSpPr>
            <a:spLocks noGrp="1"/>
          </p:cNvSpPr>
          <p:nvPr>
            <p:ph type="body" idx="16386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2026/06/10</a:t>
            </a:r>
            <a:endParaRPr lang="en-US" altLang="en-US"/>
          </a:p>
        </p:txBody>
      </p:sp>
      <p:sp>
        <p:nvSpPr>
          <p:cNvPr id="3" name="标题 4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HelpMate 校园跑腿互助平台</a:t>
            </a:r>
            <a:endParaRPr lang="zh-CN" altLang="en-US"/>
          </a:p>
        </p:txBody>
      </p:sp>
      <p:sp>
        <p:nvSpPr>
          <p:cNvPr id="4" name="署名占位符 10"/>
          <p:cNvSpPr>
            <a:spLocks noGrp="1"/>
          </p:cNvSpPr>
          <p:nvPr>
            <p:ph type="body" sz="quarter" idx="16387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汇报人：第</a:t>
            </a:r>
            <a:r>
              <a:rPr lang="en-US" altLang="zh-CN"/>
              <a:t>22</a:t>
            </a:r>
            <a:r>
              <a:rPr lang="zh-CN" altLang="en-US"/>
              <a:t>组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553075" y="457200"/>
            <a:ext cx="1085850" cy="476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sz="2850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sz="2850"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690245" y="1242695"/>
            <a:ext cx="5305425" cy="1647825"/>
          </a:xfrm>
          <a:custGeom>
            <a:avLst/>
            <a:gdLst>
              <a:gd name="sw" fmla="*/ 1 w 8355"/>
              <a:gd name="sh" fmla="*/ 1 h 2595"/>
              <a:gd name="mins" fmla="min sw sh"/>
              <a:gd name="dsw" fmla="+- 0 sw mins"/>
              <a:gd name="dsh" fmla="+- 0 sh mins"/>
              <a:gd name="p0x0" fmla="*/ 360 w 8355"/>
              <a:gd name="p0y0" fmla="*/ 0 h 2595"/>
              <a:gd name="p0x1" fmla="*/ 7995 w 8355"/>
              <a:gd name="p0y1" fmla="*/ 0 h 2595"/>
              <a:gd name="p0x2" fmla="*/ 8193 w 8355"/>
              <a:gd name="p0y2" fmla="*/ 0 h 2595"/>
              <a:gd name="p0x3" fmla="*/ 8355 w 8355"/>
              <a:gd name="p0y3" fmla="*/ 161 h 2595"/>
              <a:gd name="p0x4" fmla="*/ 8355 w 8355"/>
              <a:gd name="p0y4" fmla="*/ 360 h 2595"/>
              <a:gd name="p0x5" fmla="*/ 8355 w 8355"/>
              <a:gd name="p0y5" fmla="*/ 2235 h 2595"/>
              <a:gd name="p0x6" fmla="*/ 8355 w 8355"/>
              <a:gd name="p0y6" fmla="*/ 2433 h 2595"/>
              <a:gd name="p0x7" fmla="*/ 8193 w 8355"/>
              <a:gd name="p0y7" fmla="*/ 2595 h 2595"/>
              <a:gd name="p0x8" fmla="*/ 7995 w 8355"/>
              <a:gd name="p0y8" fmla="*/ 2595 h 2595"/>
              <a:gd name="p0x9" fmla="*/ 360 w 8355"/>
              <a:gd name="p0y9" fmla="*/ 2595 h 2595"/>
              <a:gd name="p0x10" fmla="*/ 161 w 8355"/>
              <a:gd name="p0y10" fmla="*/ 2595 h 2595"/>
              <a:gd name="p0x11" fmla="*/ 0 w 8355"/>
              <a:gd name="p0y11" fmla="*/ 2433 h 2595"/>
              <a:gd name="p0x12" fmla="*/ 0 w 8355"/>
              <a:gd name="p0y12" fmla="*/ 2235 h 2595"/>
              <a:gd name="p0x13" fmla="*/ 0 w 8355"/>
              <a:gd name="p0y13" fmla="*/ 360 h 2595"/>
              <a:gd name="p0x14" fmla="*/ 0 w 8355"/>
              <a:gd name="p0y14" fmla="*/ 161 h 2595"/>
              <a:gd name="p0x15" fmla="*/ 161 w 8355"/>
              <a:gd name="p0y15" fmla="*/ 0 h 2595"/>
              <a:gd name="p0x16" fmla="*/ 360 w 8355"/>
              <a:gd name="p0y16" fmla="*/ 0 h 259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9F9"/>
          </a:solidFill>
          <a:ln w="9525" cmpd="sng">
            <a:solidFill>
              <a:srgbClr val="E8DDD9"/>
            </a:solidFill>
            <a:prstDash val="solid"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>
            <p:custDataLst>
              <p:tags r:id="rId3"/>
            </p:custDataLst>
          </p:nvPr>
        </p:nvSpPr>
        <p:spPr>
          <a:xfrm>
            <a:off x="962025" y="2085975"/>
            <a:ext cx="304800" cy="28575"/>
          </a:xfrm>
          <a:custGeom>
            <a:avLst/>
            <a:gdLst>
              <a:gd name="sw" fmla="*/ 1 w 480"/>
              <a:gd name="sh" fmla="*/ 1 h 45"/>
              <a:gd name="mins" fmla="min sw sh"/>
              <a:gd name="dsw" fmla="+- 0 sw mins"/>
              <a:gd name="dsh" fmla="+- 0 sh mins"/>
              <a:gd name="p0x0" fmla="*/ 22 w 480"/>
              <a:gd name="p0y0" fmla="*/ 0 h 45"/>
              <a:gd name="p0x1" fmla="*/ 457 w 480"/>
              <a:gd name="p0y1" fmla="*/ 0 h 45"/>
              <a:gd name="p0x2" fmla="*/ 469 w 480"/>
              <a:gd name="p0y2" fmla="*/ 0 h 45"/>
              <a:gd name="p0x3" fmla="*/ 480 w 480"/>
              <a:gd name="p0y3" fmla="*/ 10 h 45"/>
              <a:gd name="p0x4" fmla="*/ 480 w 480"/>
              <a:gd name="p0y4" fmla="*/ 22 h 45"/>
              <a:gd name="p0x5" fmla="*/ 480 w 480"/>
              <a:gd name="p0y5" fmla="*/ 34 h 45"/>
              <a:gd name="p0x6" fmla="*/ 469 w 480"/>
              <a:gd name="p0y6" fmla="*/ 45 h 45"/>
              <a:gd name="p0x7" fmla="*/ 457 w 480"/>
              <a:gd name="p0y7" fmla="*/ 45 h 45"/>
              <a:gd name="p0x8" fmla="*/ 22 w 480"/>
              <a:gd name="p0y8" fmla="*/ 45 h 45"/>
              <a:gd name="p0x9" fmla="*/ 10 w 480"/>
              <a:gd name="p0y9" fmla="*/ 45 h 45"/>
              <a:gd name="p0x10" fmla="*/ 0 w 480"/>
              <a:gd name="p0y10" fmla="*/ 34 h 45"/>
              <a:gd name="p0x11" fmla="*/ 0 w 480"/>
              <a:gd name="p0y11" fmla="*/ 22 h 45"/>
              <a:gd name="p0x12" fmla="*/ 0 w 480"/>
              <a:gd name="p0y12" fmla="*/ 10 h 45"/>
              <a:gd name="p0x13" fmla="*/ 10 w 480"/>
              <a:gd name="p0y13" fmla="*/ 0 h 45"/>
              <a:gd name="p0x14" fmla="*/ 22 w 480"/>
              <a:gd name="p0y14" fmla="*/ 0 h 4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E2AB9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962025" y="2211705"/>
            <a:ext cx="4762500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50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项目背景与核心流程</a:t>
            </a:r>
            <a:endParaRPr sz="1650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5"/>
            </p:custDataLst>
          </p:nvPr>
        </p:nvSpPr>
        <p:spPr>
          <a:xfrm>
            <a:off x="6195695" y="1242695"/>
            <a:ext cx="5305425" cy="1647825"/>
          </a:xfrm>
          <a:custGeom>
            <a:avLst/>
            <a:gdLst>
              <a:gd name="sw" fmla="*/ 1 w 8355"/>
              <a:gd name="sh" fmla="*/ 1 h 2595"/>
              <a:gd name="mins" fmla="min sw sh"/>
              <a:gd name="dsw" fmla="+- 0 sw mins"/>
              <a:gd name="dsh" fmla="+- 0 sh mins"/>
              <a:gd name="p0x0" fmla="*/ 360 w 8355"/>
              <a:gd name="p0y0" fmla="*/ 0 h 2595"/>
              <a:gd name="p0x1" fmla="*/ 7995 w 8355"/>
              <a:gd name="p0y1" fmla="*/ 0 h 2595"/>
              <a:gd name="p0x2" fmla="*/ 8193 w 8355"/>
              <a:gd name="p0y2" fmla="*/ 0 h 2595"/>
              <a:gd name="p0x3" fmla="*/ 8355 w 8355"/>
              <a:gd name="p0y3" fmla="*/ 161 h 2595"/>
              <a:gd name="p0x4" fmla="*/ 8355 w 8355"/>
              <a:gd name="p0y4" fmla="*/ 360 h 2595"/>
              <a:gd name="p0x5" fmla="*/ 8355 w 8355"/>
              <a:gd name="p0y5" fmla="*/ 2235 h 2595"/>
              <a:gd name="p0x6" fmla="*/ 8355 w 8355"/>
              <a:gd name="p0y6" fmla="*/ 2433 h 2595"/>
              <a:gd name="p0x7" fmla="*/ 8193 w 8355"/>
              <a:gd name="p0y7" fmla="*/ 2595 h 2595"/>
              <a:gd name="p0x8" fmla="*/ 7995 w 8355"/>
              <a:gd name="p0y8" fmla="*/ 2595 h 2595"/>
              <a:gd name="p0x9" fmla="*/ 360 w 8355"/>
              <a:gd name="p0y9" fmla="*/ 2595 h 2595"/>
              <a:gd name="p0x10" fmla="*/ 161 w 8355"/>
              <a:gd name="p0y10" fmla="*/ 2595 h 2595"/>
              <a:gd name="p0x11" fmla="*/ 0 w 8355"/>
              <a:gd name="p0y11" fmla="*/ 2433 h 2595"/>
              <a:gd name="p0x12" fmla="*/ 0 w 8355"/>
              <a:gd name="p0y12" fmla="*/ 2235 h 2595"/>
              <a:gd name="p0x13" fmla="*/ 0 w 8355"/>
              <a:gd name="p0y13" fmla="*/ 360 h 2595"/>
              <a:gd name="p0x14" fmla="*/ 0 w 8355"/>
              <a:gd name="p0y14" fmla="*/ 161 h 2595"/>
              <a:gd name="p0x15" fmla="*/ 161 w 8355"/>
              <a:gd name="p0y15" fmla="*/ 0 h 2595"/>
              <a:gd name="p0x16" fmla="*/ 360 w 8355"/>
              <a:gd name="p0y16" fmla="*/ 0 h 259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9F9"/>
          </a:solidFill>
          <a:ln w="9525" cmpd="sng">
            <a:solidFill>
              <a:srgbClr val="E8DDD9"/>
            </a:solidFill>
            <a:prstDash val="solid"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6"/>
            </p:custDataLst>
          </p:nvPr>
        </p:nvSpPr>
        <p:spPr>
          <a:xfrm>
            <a:off x="6467475" y="2085975"/>
            <a:ext cx="304800" cy="28575"/>
          </a:xfrm>
          <a:custGeom>
            <a:avLst/>
            <a:gdLst>
              <a:gd name="sw" fmla="*/ 1 w 480"/>
              <a:gd name="sh" fmla="*/ 1 h 45"/>
              <a:gd name="mins" fmla="min sw sh"/>
              <a:gd name="dsw" fmla="+- 0 sw mins"/>
              <a:gd name="dsh" fmla="+- 0 sh mins"/>
              <a:gd name="p0x0" fmla="*/ 22 w 480"/>
              <a:gd name="p0y0" fmla="*/ 0 h 45"/>
              <a:gd name="p0x1" fmla="*/ 457 w 480"/>
              <a:gd name="p0y1" fmla="*/ 0 h 45"/>
              <a:gd name="p0x2" fmla="*/ 469 w 480"/>
              <a:gd name="p0y2" fmla="*/ 0 h 45"/>
              <a:gd name="p0x3" fmla="*/ 480 w 480"/>
              <a:gd name="p0y3" fmla="*/ 10 h 45"/>
              <a:gd name="p0x4" fmla="*/ 480 w 480"/>
              <a:gd name="p0y4" fmla="*/ 22 h 45"/>
              <a:gd name="p0x5" fmla="*/ 480 w 480"/>
              <a:gd name="p0y5" fmla="*/ 34 h 45"/>
              <a:gd name="p0x6" fmla="*/ 469 w 480"/>
              <a:gd name="p0y6" fmla="*/ 45 h 45"/>
              <a:gd name="p0x7" fmla="*/ 457 w 480"/>
              <a:gd name="p0y7" fmla="*/ 45 h 45"/>
              <a:gd name="p0x8" fmla="*/ 22 w 480"/>
              <a:gd name="p0y8" fmla="*/ 45 h 45"/>
              <a:gd name="p0x9" fmla="*/ 10 w 480"/>
              <a:gd name="p0y9" fmla="*/ 45 h 45"/>
              <a:gd name="p0x10" fmla="*/ 0 w 480"/>
              <a:gd name="p0y10" fmla="*/ 34 h 45"/>
              <a:gd name="p0x11" fmla="*/ 0 w 480"/>
              <a:gd name="p0y11" fmla="*/ 22 h 45"/>
              <a:gd name="p0x12" fmla="*/ 0 w 480"/>
              <a:gd name="p0y12" fmla="*/ 10 h 45"/>
              <a:gd name="p0x13" fmla="*/ 10 w 480"/>
              <a:gd name="p0y13" fmla="*/ 0 h 45"/>
              <a:gd name="p0x14" fmla="*/ 22 w 480"/>
              <a:gd name="p0y14" fmla="*/ 0 h 4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E2AB9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7"/>
            </p:custDataLst>
          </p:nvPr>
        </p:nvSpPr>
        <p:spPr>
          <a:xfrm>
            <a:off x="6467475" y="2211705"/>
            <a:ext cx="4762500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50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技术架构与数据库设计</a:t>
            </a:r>
            <a:endParaRPr sz="1650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8"/>
            </p:custDataLst>
          </p:nvPr>
        </p:nvSpPr>
        <p:spPr>
          <a:xfrm>
            <a:off x="690245" y="3090545"/>
            <a:ext cx="5305425" cy="1647825"/>
          </a:xfrm>
          <a:custGeom>
            <a:avLst/>
            <a:gdLst>
              <a:gd name="sw" fmla="*/ 1 w 8355"/>
              <a:gd name="sh" fmla="*/ 1 h 2595"/>
              <a:gd name="mins" fmla="min sw sh"/>
              <a:gd name="dsw" fmla="+- 0 sw mins"/>
              <a:gd name="dsh" fmla="+- 0 sh mins"/>
              <a:gd name="p0x0" fmla="*/ 360 w 8355"/>
              <a:gd name="p0y0" fmla="*/ 0 h 2595"/>
              <a:gd name="p0x1" fmla="*/ 7995 w 8355"/>
              <a:gd name="p0y1" fmla="*/ 0 h 2595"/>
              <a:gd name="p0x2" fmla="*/ 8193 w 8355"/>
              <a:gd name="p0y2" fmla="*/ 0 h 2595"/>
              <a:gd name="p0x3" fmla="*/ 8355 w 8355"/>
              <a:gd name="p0y3" fmla="*/ 161 h 2595"/>
              <a:gd name="p0x4" fmla="*/ 8355 w 8355"/>
              <a:gd name="p0y4" fmla="*/ 360 h 2595"/>
              <a:gd name="p0x5" fmla="*/ 8355 w 8355"/>
              <a:gd name="p0y5" fmla="*/ 2235 h 2595"/>
              <a:gd name="p0x6" fmla="*/ 8355 w 8355"/>
              <a:gd name="p0y6" fmla="*/ 2433 h 2595"/>
              <a:gd name="p0x7" fmla="*/ 8193 w 8355"/>
              <a:gd name="p0y7" fmla="*/ 2595 h 2595"/>
              <a:gd name="p0x8" fmla="*/ 7995 w 8355"/>
              <a:gd name="p0y8" fmla="*/ 2595 h 2595"/>
              <a:gd name="p0x9" fmla="*/ 360 w 8355"/>
              <a:gd name="p0y9" fmla="*/ 2595 h 2595"/>
              <a:gd name="p0x10" fmla="*/ 161 w 8355"/>
              <a:gd name="p0y10" fmla="*/ 2595 h 2595"/>
              <a:gd name="p0x11" fmla="*/ 0 w 8355"/>
              <a:gd name="p0y11" fmla="*/ 2433 h 2595"/>
              <a:gd name="p0x12" fmla="*/ 0 w 8355"/>
              <a:gd name="p0y12" fmla="*/ 2235 h 2595"/>
              <a:gd name="p0x13" fmla="*/ 0 w 8355"/>
              <a:gd name="p0y13" fmla="*/ 360 h 2595"/>
              <a:gd name="p0x14" fmla="*/ 0 w 8355"/>
              <a:gd name="p0y14" fmla="*/ 161 h 2595"/>
              <a:gd name="p0x15" fmla="*/ 161 w 8355"/>
              <a:gd name="p0y15" fmla="*/ 0 h 2595"/>
              <a:gd name="p0x16" fmla="*/ 360 w 8355"/>
              <a:gd name="p0y16" fmla="*/ 0 h 259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9F9"/>
          </a:solidFill>
          <a:ln w="9525" cmpd="sng">
            <a:solidFill>
              <a:srgbClr val="E8DDD9"/>
            </a:solidFill>
            <a:prstDash val="solid"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>
            <p:custDataLst>
              <p:tags r:id="rId9"/>
            </p:custDataLst>
          </p:nvPr>
        </p:nvSpPr>
        <p:spPr>
          <a:xfrm>
            <a:off x="962025" y="3933825"/>
            <a:ext cx="304800" cy="28575"/>
          </a:xfrm>
          <a:custGeom>
            <a:avLst/>
            <a:gdLst>
              <a:gd name="sw" fmla="*/ 1 w 480"/>
              <a:gd name="sh" fmla="*/ 1 h 45"/>
              <a:gd name="mins" fmla="min sw sh"/>
              <a:gd name="dsw" fmla="+- 0 sw mins"/>
              <a:gd name="dsh" fmla="+- 0 sh mins"/>
              <a:gd name="p0x0" fmla="*/ 22 w 480"/>
              <a:gd name="p0y0" fmla="*/ 0 h 45"/>
              <a:gd name="p0x1" fmla="*/ 457 w 480"/>
              <a:gd name="p0y1" fmla="*/ 0 h 45"/>
              <a:gd name="p0x2" fmla="*/ 469 w 480"/>
              <a:gd name="p0y2" fmla="*/ 0 h 45"/>
              <a:gd name="p0x3" fmla="*/ 480 w 480"/>
              <a:gd name="p0y3" fmla="*/ 10 h 45"/>
              <a:gd name="p0x4" fmla="*/ 480 w 480"/>
              <a:gd name="p0y4" fmla="*/ 22 h 45"/>
              <a:gd name="p0x5" fmla="*/ 480 w 480"/>
              <a:gd name="p0y5" fmla="*/ 34 h 45"/>
              <a:gd name="p0x6" fmla="*/ 469 w 480"/>
              <a:gd name="p0y6" fmla="*/ 45 h 45"/>
              <a:gd name="p0x7" fmla="*/ 457 w 480"/>
              <a:gd name="p0y7" fmla="*/ 45 h 45"/>
              <a:gd name="p0x8" fmla="*/ 22 w 480"/>
              <a:gd name="p0y8" fmla="*/ 45 h 45"/>
              <a:gd name="p0x9" fmla="*/ 10 w 480"/>
              <a:gd name="p0y9" fmla="*/ 45 h 45"/>
              <a:gd name="p0x10" fmla="*/ 0 w 480"/>
              <a:gd name="p0y10" fmla="*/ 34 h 45"/>
              <a:gd name="p0x11" fmla="*/ 0 w 480"/>
              <a:gd name="p0y11" fmla="*/ 22 h 45"/>
              <a:gd name="p0x12" fmla="*/ 0 w 480"/>
              <a:gd name="p0y12" fmla="*/ 10 h 45"/>
              <a:gd name="p0x13" fmla="*/ 10 w 480"/>
              <a:gd name="p0y13" fmla="*/ 0 h 45"/>
              <a:gd name="p0x14" fmla="*/ 22 w 480"/>
              <a:gd name="p0y14" fmla="*/ 0 h 4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E2AB9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0"/>
            </p:custDataLst>
          </p:nvPr>
        </p:nvSpPr>
        <p:spPr>
          <a:xfrm>
            <a:off x="962025" y="4059555"/>
            <a:ext cx="4762500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50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功能演示</a:t>
            </a:r>
            <a:endParaRPr sz="1650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1"/>
            </p:custDataLst>
          </p:nvPr>
        </p:nvSpPr>
        <p:spPr>
          <a:xfrm>
            <a:off x="6195695" y="3090545"/>
            <a:ext cx="5305425" cy="1647825"/>
          </a:xfrm>
          <a:custGeom>
            <a:avLst/>
            <a:gdLst>
              <a:gd name="sw" fmla="*/ 1 w 8355"/>
              <a:gd name="sh" fmla="*/ 1 h 2595"/>
              <a:gd name="mins" fmla="min sw sh"/>
              <a:gd name="dsw" fmla="+- 0 sw mins"/>
              <a:gd name="dsh" fmla="+- 0 sh mins"/>
              <a:gd name="p0x0" fmla="*/ 360 w 8355"/>
              <a:gd name="p0y0" fmla="*/ 0 h 2595"/>
              <a:gd name="p0x1" fmla="*/ 7995 w 8355"/>
              <a:gd name="p0y1" fmla="*/ 0 h 2595"/>
              <a:gd name="p0x2" fmla="*/ 8193 w 8355"/>
              <a:gd name="p0y2" fmla="*/ 0 h 2595"/>
              <a:gd name="p0x3" fmla="*/ 8355 w 8355"/>
              <a:gd name="p0y3" fmla="*/ 161 h 2595"/>
              <a:gd name="p0x4" fmla="*/ 8355 w 8355"/>
              <a:gd name="p0y4" fmla="*/ 360 h 2595"/>
              <a:gd name="p0x5" fmla="*/ 8355 w 8355"/>
              <a:gd name="p0y5" fmla="*/ 2235 h 2595"/>
              <a:gd name="p0x6" fmla="*/ 8355 w 8355"/>
              <a:gd name="p0y6" fmla="*/ 2433 h 2595"/>
              <a:gd name="p0x7" fmla="*/ 8193 w 8355"/>
              <a:gd name="p0y7" fmla="*/ 2595 h 2595"/>
              <a:gd name="p0x8" fmla="*/ 7995 w 8355"/>
              <a:gd name="p0y8" fmla="*/ 2595 h 2595"/>
              <a:gd name="p0x9" fmla="*/ 360 w 8355"/>
              <a:gd name="p0y9" fmla="*/ 2595 h 2595"/>
              <a:gd name="p0x10" fmla="*/ 161 w 8355"/>
              <a:gd name="p0y10" fmla="*/ 2595 h 2595"/>
              <a:gd name="p0x11" fmla="*/ 0 w 8355"/>
              <a:gd name="p0y11" fmla="*/ 2433 h 2595"/>
              <a:gd name="p0x12" fmla="*/ 0 w 8355"/>
              <a:gd name="p0y12" fmla="*/ 2235 h 2595"/>
              <a:gd name="p0x13" fmla="*/ 0 w 8355"/>
              <a:gd name="p0y13" fmla="*/ 360 h 2595"/>
              <a:gd name="p0x14" fmla="*/ 0 w 8355"/>
              <a:gd name="p0y14" fmla="*/ 161 h 2595"/>
              <a:gd name="p0x15" fmla="*/ 161 w 8355"/>
              <a:gd name="p0y15" fmla="*/ 0 h 2595"/>
              <a:gd name="p0x16" fmla="*/ 360 w 8355"/>
              <a:gd name="p0y16" fmla="*/ 0 h 259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9F9"/>
          </a:solidFill>
          <a:ln w="9525" cmpd="sng">
            <a:solidFill>
              <a:srgbClr val="E8DDD9"/>
            </a:solidFill>
            <a:prstDash val="solid"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>
            <p:custDataLst>
              <p:tags r:id="rId12"/>
            </p:custDataLst>
          </p:nvPr>
        </p:nvSpPr>
        <p:spPr>
          <a:xfrm>
            <a:off x="6467475" y="3933825"/>
            <a:ext cx="304800" cy="28575"/>
          </a:xfrm>
          <a:custGeom>
            <a:avLst/>
            <a:gdLst>
              <a:gd name="sw" fmla="*/ 1 w 480"/>
              <a:gd name="sh" fmla="*/ 1 h 45"/>
              <a:gd name="mins" fmla="min sw sh"/>
              <a:gd name="dsw" fmla="+- 0 sw mins"/>
              <a:gd name="dsh" fmla="+- 0 sh mins"/>
              <a:gd name="p0x0" fmla="*/ 22 w 480"/>
              <a:gd name="p0y0" fmla="*/ 0 h 45"/>
              <a:gd name="p0x1" fmla="*/ 457 w 480"/>
              <a:gd name="p0y1" fmla="*/ 0 h 45"/>
              <a:gd name="p0x2" fmla="*/ 469 w 480"/>
              <a:gd name="p0y2" fmla="*/ 0 h 45"/>
              <a:gd name="p0x3" fmla="*/ 480 w 480"/>
              <a:gd name="p0y3" fmla="*/ 10 h 45"/>
              <a:gd name="p0x4" fmla="*/ 480 w 480"/>
              <a:gd name="p0y4" fmla="*/ 22 h 45"/>
              <a:gd name="p0x5" fmla="*/ 480 w 480"/>
              <a:gd name="p0y5" fmla="*/ 34 h 45"/>
              <a:gd name="p0x6" fmla="*/ 469 w 480"/>
              <a:gd name="p0y6" fmla="*/ 45 h 45"/>
              <a:gd name="p0x7" fmla="*/ 457 w 480"/>
              <a:gd name="p0y7" fmla="*/ 45 h 45"/>
              <a:gd name="p0x8" fmla="*/ 22 w 480"/>
              <a:gd name="p0y8" fmla="*/ 45 h 45"/>
              <a:gd name="p0x9" fmla="*/ 10 w 480"/>
              <a:gd name="p0y9" fmla="*/ 45 h 45"/>
              <a:gd name="p0x10" fmla="*/ 0 w 480"/>
              <a:gd name="p0y10" fmla="*/ 34 h 45"/>
              <a:gd name="p0x11" fmla="*/ 0 w 480"/>
              <a:gd name="p0y11" fmla="*/ 22 h 45"/>
              <a:gd name="p0x12" fmla="*/ 0 w 480"/>
              <a:gd name="p0y12" fmla="*/ 10 h 45"/>
              <a:gd name="p0x13" fmla="*/ 10 w 480"/>
              <a:gd name="p0y13" fmla="*/ 0 h 45"/>
              <a:gd name="p0x14" fmla="*/ 22 w 480"/>
              <a:gd name="p0y14" fmla="*/ 0 h 4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E2AB9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13"/>
            </p:custDataLst>
          </p:nvPr>
        </p:nvSpPr>
        <p:spPr>
          <a:xfrm>
            <a:off x="6467475" y="4059555"/>
            <a:ext cx="4762500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50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沟通通知与个人中心</a:t>
            </a:r>
            <a:endParaRPr sz="1650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14"/>
            </p:custDataLst>
          </p:nvPr>
        </p:nvSpPr>
        <p:spPr>
          <a:xfrm>
            <a:off x="690245" y="4938395"/>
            <a:ext cx="5305425" cy="1647825"/>
          </a:xfrm>
          <a:custGeom>
            <a:avLst/>
            <a:gdLst>
              <a:gd name="sw" fmla="*/ 1 w 8355"/>
              <a:gd name="sh" fmla="*/ 1 h 2595"/>
              <a:gd name="mins" fmla="min sw sh"/>
              <a:gd name="dsw" fmla="+- 0 sw mins"/>
              <a:gd name="dsh" fmla="+- 0 sh mins"/>
              <a:gd name="p0x0" fmla="*/ 360 w 8355"/>
              <a:gd name="p0y0" fmla="*/ 0 h 2595"/>
              <a:gd name="p0x1" fmla="*/ 7995 w 8355"/>
              <a:gd name="p0y1" fmla="*/ 0 h 2595"/>
              <a:gd name="p0x2" fmla="*/ 8193 w 8355"/>
              <a:gd name="p0y2" fmla="*/ 0 h 2595"/>
              <a:gd name="p0x3" fmla="*/ 8355 w 8355"/>
              <a:gd name="p0y3" fmla="*/ 161 h 2595"/>
              <a:gd name="p0x4" fmla="*/ 8355 w 8355"/>
              <a:gd name="p0y4" fmla="*/ 360 h 2595"/>
              <a:gd name="p0x5" fmla="*/ 8355 w 8355"/>
              <a:gd name="p0y5" fmla="*/ 2235 h 2595"/>
              <a:gd name="p0x6" fmla="*/ 8355 w 8355"/>
              <a:gd name="p0y6" fmla="*/ 2433 h 2595"/>
              <a:gd name="p0x7" fmla="*/ 8193 w 8355"/>
              <a:gd name="p0y7" fmla="*/ 2595 h 2595"/>
              <a:gd name="p0x8" fmla="*/ 7995 w 8355"/>
              <a:gd name="p0y8" fmla="*/ 2595 h 2595"/>
              <a:gd name="p0x9" fmla="*/ 360 w 8355"/>
              <a:gd name="p0y9" fmla="*/ 2595 h 2595"/>
              <a:gd name="p0x10" fmla="*/ 161 w 8355"/>
              <a:gd name="p0y10" fmla="*/ 2595 h 2595"/>
              <a:gd name="p0x11" fmla="*/ 0 w 8355"/>
              <a:gd name="p0y11" fmla="*/ 2433 h 2595"/>
              <a:gd name="p0x12" fmla="*/ 0 w 8355"/>
              <a:gd name="p0y12" fmla="*/ 2235 h 2595"/>
              <a:gd name="p0x13" fmla="*/ 0 w 8355"/>
              <a:gd name="p0y13" fmla="*/ 360 h 2595"/>
              <a:gd name="p0x14" fmla="*/ 0 w 8355"/>
              <a:gd name="p0y14" fmla="*/ 161 h 2595"/>
              <a:gd name="p0x15" fmla="*/ 161 w 8355"/>
              <a:gd name="p0y15" fmla="*/ 0 h 2595"/>
              <a:gd name="p0x16" fmla="*/ 360 w 8355"/>
              <a:gd name="p0y16" fmla="*/ 0 h 259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9F9"/>
          </a:solidFill>
          <a:ln w="9525" cmpd="sng">
            <a:solidFill>
              <a:srgbClr val="E8DDD9"/>
            </a:solidFill>
            <a:prstDash val="solid"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>
            <p:custDataLst>
              <p:tags r:id="rId15"/>
            </p:custDataLst>
          </p:nvPr>
        </p:nvSpPr>
        <p:spPr>
          <a:xfrm>
            <a:off x="962025" y="5781675"/>
            <a:ext cx="304800" cy="28575"/>
          </a:xfrm>
          <a:custGeom>
            <a:avLst/>
            <a:gdLst>
              <a:gd name="sw" fmla="*/ 1 w 480"/>
              <a:gd name="sh" fmla="*/ 1 h 45"/>
              <a:gd name="mins" fmla="min sw sh"/>
              <a:gd name="dsw" fmla="+- 0 sw mins"/>
              <a:gd name="dsh" fmla="+- 0 sh mins"/>
              <a:gd name="p0x0" fmla="*/ 22 w 480"/>
              <a:gd name="p0y0" fmla="*/ 0 h 45"/>
              <a:gd name="p0x1" fmla="*/ 457 w 480"/>
              <a:gd name="p0y1" fmla="*/ 0 h 45"/>
              <a:gd name="p0x2" fmla="*/ 469 w 480"/>
              <a:gd name="p0y2" fmla="*/ 0 h 45"/>
              <a:gd name="p0x3" fmla="*/ 480 w 480"/>
              <a:gd name="p0y3" fmla="*/ 10 h 45"/>
              <a:gd name="p0x4" fmla="*/ 480 w 480"/>
              <a:gd name="p0y4" fmla="*/ 22 h 45"/>
              <a:gd name="p0x5" fmla="*/ 480 w 480"/>
              <a:gd name="p0y5" fmla="*/ 34 h 45"/>
              <a:gd name="p0x6" fmla="*/ 469 w 480"/>
              <a:gd name="p0y6" fmla="*/ 45 h 45"/>
              <a:gd name="p0x7" fmla="*/ 457 w 480"/>
              <a:gd name="p0y7" fmla="*/ 45 h 45"/>
              <a:gd name="p0x8" fmla="*/ 22 w 480"/>
              <a:gd name="p0y8" fmla="*/ 45 h 45"/>
              <a:gd name="p0x9" fmla="*/ 10 w 480"/>
              <a:gd name="p0y9" fmla="*/ 45 h 45"/>
              <a:gd name="p0x10" fmla="*/ 0 w 480"/>
              <a:gd name="p0y10" fmla="*/ 34 h 45"/>
              <a:gd name="p0x11" fmla="*/ 0 w 480"/>
              <a:gd name="p0y11" fmla="*/ 22 h 45"/>
              <a:gd name="p0x12" fmla="*/ 0 w 480"/>
              <a:gd name="p0y12" fmla="*/ 10 h 45"/>
              <a:gd name="p0x13" fmla="*/ 10 w 480"/>
              <a:gd name="p0y13" fmla="*/ 0 h 45"/>
              <a:gd name="p0x14" fmla="*/ 22 w 480"/>
              <a:gd name="p0y14" fmla="*/ 0 h 4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E2AB9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16"/>
            </p:custDataLst>
          </p:nvPr>
        </p:nvSpPr>
        <p:spPr>
          <a:xfrm>
            <a:off x="962025" y="5907405"/>
            <a:ext cx="4762500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50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工程质量与团队分工</a:t>
            </a:r>
            <a:endParaRPr sz="1650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7"/>
            </p:custDataLst>
          </p:nvPr>
        </p:nvSpPr>
        <p:spPr>
          <a:xfrm>
            <a:off x="962025" y="1566863"/>
            <a:ext cx="4762500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83000"/>
              </a:lnSpc>
            </a:pPr>
            <a:r>
              <a:rPr sz="3000" b="1">
                <a:solidFill>
                  <a:srgbClr val="E2AB9E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3000" b="1">
              <a:solidFill>
                <a:srgbClr val="E2AB9E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18"/>
            </p:custDataLst>
          </p:nvPr>
        </p:nvSpPr>
        <p:spPr>
          <a:xfrm>
            <a:off x="6467475" y="1566863"/>
            <a:ext cx="4762500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83000"/>
              </a:lnSpc>
            </a:pPr>
            <a:r>
              <a:rPr sz="3000" b="1">
                <a:solidFill>
                  <a:srgbClr val="E2AB9E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3000" b="1">
              <a:solidFill>
                <a:srgbClr val="E2AB9E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9"/>
            </p:custDataLst>
          </p:nvPr>
        </p:nvSpPr>
        <p:spPr>
          <a:xfrm>
            <a:off x="962025" y="3414713"/>
            <a:ext cx="4762500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83000"/>
              </a:lnSpc>
            </a:pPr>
            <a:r>
              <a:rPr sz="3000" b="1">
                <a:solidFill>
                  <a:srgbClr val="E2AB9E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3000" b="1">
              <a:solidFill>
                <a:srgbClr val="E2AB9E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20"/>
            </p:custDataLst>
          </p:nvPr>
        </p:nvSpPr>
        <p:spPr>
          <a:xfrm>
            <a:off x="6467475" y="3414713"/>
            <a:ext cx="4762500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83000"/>
              </a:lnSpc>
            </a:pPr>
            <a:r>
              <a:rPr sz="3000" b="1">
                <a:solidFill>
                  <a:srgbClr val="E2AB9E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3000" b="1">
              <a:solidFill>
                <a:srgbClr val="E2AB9E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21"/>
            </p:custDataLst>
          </p:nvPr>
        </p:nvSpPr>
        <p:spPr>
          <a:xfrm>
            <a:off x="962025" y="5262563"/>
            <a:ext cx="4762500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83000"/>
              </a:lnSpc>
            </a:pPr>
            <a:r>
              <a:rPr sz="3000" b="1">
                <a:solidFill>
                  <a:srgbClr val="E2AB9E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3000" b="1">
              <a:solidFill>
                <a:srgbClr val="E2AB9E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项目背景与核心流程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en-US"/>
              <a:t>01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我们解决什么问题</a:t>
            </a:r>
            <a:endParaRPr sz="3000"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2"/>
            </p:custDataLst>
          </p:nvPr>
        </p:nvSpPr>
        <p:spPr>
          <a:xfrm>
            <a:off x="571500" y="5538470"/>
            <a:ext cx="11049000" cy="938530"/>
          </a:xfrm>
          <a:custGeom>
            <a:avLst/>
            <a:gdLst>
              <a:gd name="sw" fmla="*/ 1 w 17400"/>
              <a:gd name="sh" fmla="*/ 1 h 1477"/>
              <a:gd name="mins" fmla="min sw sh"/>
              <a:gd name="dsw" fmla="+- 0 sw mins"/>
              <a:gd name="dsh" fmla="+- 0 sh mins"/>
              <a:gd name="p0x0" fmla="*/ 150 w 17400"/>
              <a:gd name="p0y0" fmla="*/ 0 h 1477"/>
              <a:gd name="p0x1" fmla="*/ 17250 w 17400"/>
              <a:gd name="p0y1" fmla="*/ 0 h 1477"/>
              <a:gd name="p0x2" fmla="*/ 17332 w 17400"/>
              <a:gd name="p0y2" fmla="*/ 0 h 1477"/>
              <a:gd name="p0x3" fmla="*/ 17400 w 17400"/>
              <a:gd name="p0y3" fmla="*/ 67 h 1477"/>
              <a:gd name="p0x4" fmla="*/ 17400 w 17400"/>
              <a:gd name="p0y4" fmla="*/ 150 h 1477"/>
              <a:gd name="p0x5" fmla="*/ 17400 w 17400"/>
              <a:gd name="p0y5" fmla="*/ 1327 h 1477"/>
              <a:gd name="p0x6" fmla="*/ 17400 w 17400"/>
              <a:gd name="p0y6" fmla="*/ 1410 h 1477"/>
              <a:gd name="p0x7" fmla="*/ 17332 w 17400"/>
              <a:gd name="p0y7" fmla="*/ 1477 h 1477"/>
              <a:gd name="p0x8" fmla="*/ 17250 w 17400"/>
              <a:gd name="p0y8" fmla="*/ 1477 h 1477"/>
              <a:gd name="p0x9" fmla="*/ 150 w 17400"/>
              <a:gd name="p0y9" fmla="*/ 1477 h 1477"/>
              <a:gd name="p0x10" fmla="*/ 67 w 17400"/>
              <a:gd name="p0y10" fmla="*/ 1477 h 1477"/>
              <a:gd name="p0x11" fmla="*/ 0 w 17400"/>
              <a:gd name="p0y11" fmla="*/ 1410 h 1477"/>
              <a:gd name="p0x12" fmla="*/ 0 w 17400"/>
              <a:gd name="p0y12" fmla="*/ 1327 h 1477"/>
              <a:gd name="p0x13" fmla="*/ 0 w 17400"/>
              <a:gd name="p0y13" fmla="*/ 150 h 1477"/>
              <a:gd name="p0x14" fmla="*/ 0 w 17400"/>
              <a:gd name="p0y14" fmla="*/ 67 h 1477"/>
              <a:gd name="p0x15" fmla="*/ 67 w 17400"/>
              <a:gd name="p0y15" fmla="*/ 0 h 1477"/>
              <a:gd name="p0x16" fmla="*/ 150 w 17400"/>
              <a:gd name="p0y16" fmla="*/ 0 h 1477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>
            <p:custDataLst>
              <p:tags r:id="rId3"/>
            </p:custDataLst>
          </p:nvPr>
        </p:nvSpPr>
        <p:spPr>
          <a:xfrm>
            <a:off x="1800225" y="569087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8" name="图片 2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5638" r="-5638"/>
          <a:stretch>
            <a:fillRect/>
          </a:stretch>
        </p:blipFill>
        <p:spPr>
          <a:xfrm>
            <a:off x="1852295" y="5753100"/>
            <a:ext cx="238125" cy="213995"/>
          </a:xfrm>
          <a:prstGeom prst="rect">
            <a:avLst/>
          </a:prstGeom>
        </p:spPr>
      </p:pic>
      <p:sp>
        <p:nvSpPr>
          <p:cNvPr id="29" name="文本框 28"/>
          <p:cNvSpPr txBox="1"/>
          <p:nvPr>
            <p:custDataLst>
              <p:tags r:id="rId7"/>
            </p:custDataLst>
          </p:nvPr>
        </p:nvSpPr>
        <p:spPr>
          <a:xfrm>
            <a:off x="1685925" y="6072188"/>
            <a:ext cx="7620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发任务</a:t>
            </a:r>
            <a:endParaRPr sz="1500"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8"/>
            </p:custDataLst>
          </p:nvPr>
        </p:nvSpPr>
        <p:spPr>
          <a:xfrm>
            <a:off x="3181350" y="5831681"/>
            <a:ext cx="533400" cy="3524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sz="2100">
                <a:solidFill>
                  <a:srgbClr val="E2AB9E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2100">
              <a:solidFill>
                <a:srgbClr val="E2AB9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9"/>
            </p:custDataLst>
          </p:nvPr>
        </p:nvSpPr>
        <p:spPr>
          <a:xfrm>
            <a:off x="4391025" y="569087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图片 31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-2083" t="-6167" r="-2083" b="-6167"/>
          <a:stretch>
            <a:fillRect/>
          </a:stretch>
        </p:blipFill>
        <p:spPr>
          <a:xfrm>
            <a:off x="4443095" y="5753100"/>
            <a:ext cx="238125" cy="213995"/>
          </a:xfrm>
          <a:prstGeom prst="rect">
            <a:avLst/>
          </a:prstGeom>
        </p:spPr>
      </p:pic>
      <p:sp>
        <p:nvSpPr>
          <p:cNvPr id="33" name="文本框 32"/>
          <p:cNvSpPr txBox="1"/>
          <p:nvPr>
            <p:custDataLst>
              <p:tags r:id="rId13"/>
            </p:custDataLst>
          </p:nvPr>
        </p:nvSpPr>
        <p:spPr>
          <a:xfrm>
            <a:off x="4371975" y="6072188"/>
            <a:ext cx="571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接单</a:t>
            </a:r>
            <a:endParaRPr sz="1500"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14"/>
            </p:custDataLst>
          </p:nvPr>
        </p:nvSpPr>
        <p:spPr>
          <a:xfrm>
            <a:off x="5676900" y="5831681"/>
            <a:ext cx="533400" cy="3524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sz="2100">
                <a:solidFill>
                  <a:srgbClr val="E2AB9E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2100">
              <a:solidFill>
                <a:srgbClr val="E2AB9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任意多边形 34"/>
          <p:cNvSpPr/>
          <p:nvPr>
            <p:custDataLst>
              <p:tags r:id="rId15"/>
            </p:custDataLst>
          </p:nvPr>
        </p:nvSpPr>
        <p:spPr>
          <a:xfrm>
            <a:off x="7077075" y="569087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6" name="图片 35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 l="-5638" r="-5638"/>
          <a:stretch>
            <a:fillRect/>
          </a:stretch>
        </p:blipFill>
        <p:spPr>
          <a:xfrm>
            <a:off x="7129145" y="5753100"/>
            <a:ext cx="238125" cy="213995"/>
          </a:xfrm>
          <a:prstGeom prst="rect">
            <a:avLst/>
          </a:prstGeom>
        </p:spPr>
      </p:pic>
      <p:sp>
        <p:nvSpPr>
          <p:cNvPr id="37" name="文本框 36"/>
          <p:cNvSpPr txBox="1"/>
          <p:nvPr>
            <p:custDataLst>
              <p:tags r:id="rId19"/>
            </p:custDataLst>
          </p:nvPr>
        </p:nvSpPr>
        <p:spPr>
          <a:xfrm>
            <a:off x="6867525" y="6072188"/>
            <a:ext cx="952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沟通协作</a:t>
            </a:r>
            <a:endParaRPr sz="1500"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20"/>
            </p:custDataLst>
          </p:nvPr>
        </p:nvSpPr>
        <p:spPr>
          <a:xfrm>
            <a:off x="8553450" y="5831681"/>
            <a:ext cx="533400" cy="3524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sz="2100">
                <a:solidFill>
                  <a:srgbClr val="E2AB9E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2100">
              <a:solidFill>
                <a:srgbClr val="E2AB9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任意多边形 38"/>
          <p:cNvSpPr/>
          <p:nvPr>
            <p:custDataLst>
              <p:tags r:id="rId21"/>
            </p:custDataLst>
          </p:nvPr>
        </p:nvSpPr>
        <p:spPr>
          <a:xfrm>
            <a:off x="9953625" y="569087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0" name="图片 39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 l="-2381" t="-16078" r="-2381" b="-16078"/>
          <a:stretch>
            <a:fillRect/>
          </a:stretch>
        </p:blipFill>
        <p:spPr>
          <a:xfrm>
            <a:off x="10020300" y="5753100"/>
            <a:ext cx="209550" cy="213995"/>
          </a:xfrm>
          <a:prstGeom prst="rect">
            <a:avLst/>
          </a:prstGeom>
        </p:spPr>
      </p:pic>
      <p:sp>
        <p:nvSpPr>
          <p:cNvPr id="41" name="文本框 40"/>
          <p:cNvSpPr txBox="1"/>
          <p:nvPr>
            <p:custDataLst>
              <p:tags r:id="rId25"/>
            </p:custDataLst>
          </p:nvPr>
        </p:nvSpPr>
        <p:spPr>
          <a:xfrm>
            <a:off x="9744075" y="6072188"/>
            <a:ext cx="952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钱包结算</a:t>
            </a:r>
            <a:endParaRPr sz="1500"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6"/>
            </p:custDataLst>
          </p:nvPr>
        </p:nvSpPr>
        <p:spPr>
          <a:xfrm>
            <a:off x="575945" y="1109345"/>
            <a:ext cx="11039475" cy="1152525"/>
          </a:xfrm>
          <a:custGeom>
            <a:avLst/>
            <a:gdLst>
              <a:gd name="sw" fmla="*/ 1 w 17385"/>
              <a:gd name="sh" fmla="*/ 1 h 1815"/>
              <a:gd name="mins" fmla="min sw sh"/>
              <a:gd name="dsw" fmla="+- 0 sw mins"/>
              <a:gd name="dsh" fmla="+- 0 sh mins"/>
              <a:gd name="p0x0" fmla="*/ 150 w 17385"/>
              <a:gd name="p0y0" fmla="*/ 0 h 1815"/>
              <a:gd name="p0x1" fmla="*/ 17235 w 17385"/>
              <a:gd name="p0y1" fmla="*/ 0 h 1815"/>
              <a:gd name="p0x2" fmla="*/ 17317 w 17385"/>
              <a:gd name="p0y2" fmla="*/ 0 h 1815"/>
              <a:gd name="p0x3" fmla="*/ 17385 w 17385"/>
              <a:gd name="p0y3" fmla="*/ 67 h 1815"/>
              <a:gd name="p0x4" fmla="*/ 17385 w 17385"/>
              <a:gd name="p0y4" fmla="*/ 150 h 1815"/>
              <a:gd name="p0x5" fmla="*/ 17385 w 17385"/>
              <a:gd name="p0y5" fmla="*/ 1665 h 1815"/>
              <a:gd name="p0x6" fmla="*/ 17385 w 17385"/>
              <a:gd name="p0y6" fmla="*/ 1747 h 1815"/>
              <a:gd name="p0x7" fmla="*/ 17317 w 17385"/>
              <a:gd name="p0y7" fmla="*/ 1815 h 1815"/>
              <a:gd name="p0x8" fmla="*/ 17235 w 17385"/>
              <a:gd name="p0y8" fmla="*/ 1815 h 1815"/>
              <a:gd name="p0x9" fmla="*/ 150 w 17385"/>
              <a:gd name="p0y9" fmla="*/ 1815 h 1815"/>
              <a:gd name="p0x10" fmla="*/ 67 w 17385"/>
              <a:gd name="p0y10" fmla="*/ 1815 h 1815"/>
              <a:gd name="p0x11" fmla="*/ 0 w 17385"/>
              <a:gd name="p0y11" fmla="*/ 1747 h 1815"/>
              <a:gd name="p0x12" fmla="*/ 0 w 17385"/>
              <a:gd name="p0y12" fmla="*/ 1665 h 1815"/>
              <a:gd name="p0x13" fmla="*/ 0 w 17385"/>
              <a:gd name="p0y13" fmla="*/ 150 h 1815"/>
              <a:gd name="p0x14" fmla="*/ 0 w 17385"/>
              <a:gd name="p0y14" fmla="*/ 67 h 1815"/>
              <a:gd name="p0x15" fmla="*/ 67 w 17385"/>
              <a:gd name="p0y15" fmla="*/ 0 h 1815"/>
              <a:gd name="p0x16" fmla="*/ 150 w 17385"/>
              <a:gd name="p0y16" fmla="*/ 0 h 181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5486C4"/>
          </a:solidFill>
          <a:ln w="9525" cmpd="sng">
            <a:solidFill>
              <a:srgbClr val="E8DDD9"/>
            </a:solidFill>
            <a:prstDash val="solid"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27"/>
            </p:custDataLst>
          </p:nvPr>
        </p:nvSpPr>
        <p:spPr>
          <a:xfrm>
            <a:off x="1066800" y="1283018"/>
            <a:ext cx="10058400" cy="8010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4000"/>
              </a:lnSpc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校园里的供需错位：</a:t>
            </a:r>
            <a:r>
              <a:rPr sz="2400" b="1">
                <a:solidFill>
                  <a:srgbClr val="F7E598"/>
                </a:solidFill>
                <a:latin typeface="微软雅黑" panose="020B0503020204020204" charset="-122"/>
                <a:ea typeface="微软雅黑" panose="020B0503020204020204" charset="-122"/>
              </a:rPr>
              <a:t>有人没空</a:t>
            </a:r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取快递、跑腿、代购，</a:t>
            </a:r>
            <a:r>
              <a:rPr sz="2400" b="1">
                <a:solidFill>
                  <a:srgbClr val="F7E598"/>
                </a:solidFill>
                <a:latin typeface="微软雅黑" panose="020B0503020204020204" charset="-122"/>
                <a:ea typeface="微软雅黑" panose="020B0503020204020204" charset="-122"/>
              </a:rPr>
              <a:t>有人有时间</a:t>
            </a:r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却找不到需求。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28"/>
            </p:custDataLst>
          </p:nvPr>
        </p:nvSpPr>
        <p:spPr>
          <a:xfrm>
            <a:off x="575945" y="2461895"/>
            <a:ext cx="2609850" cy="2881630"/>
          </a:xfrm>
          <a:custGeom>
            <a:avLst/>
            <a:gdLst>
              <a:gd name="sw" fmla="*/ 1 w 4110"/>
              <a:gd name="sh" fmla="*/ 1 h 4537"/>
              <a:gd name="mins" fmla="min sw sh"/>
              <a:gd name="dsw" fmla="+- 0 sw mins"/>
              <a:gd name="dsh" fmla="+- 0 sh mins"/>
              <a:gd name="p0x0" fmla="*/ 150 w 4110"/>
              <a:gd name="p0y0" fmla="*/ 0 h 4537"/>
              <a:gd name="p0x1" fmla="*/ 3960 w 4110"/>
              <a:gd name="p0y1" fmla="*/ 0 h 4537"/>
              <a:gd name="p0x2" fmla="*/ 4042 w 4110"/>
              <a:gd name="p0y2" fmla="*/ 0 h 4537"/>
              <a:gd name="p0x3" fmla="*/ 4110 w 4110"/>
              <a:gd name="p0y3" fmla="*/ 67 h 4537"/>
              <a:gd name="p0x4" fmla="*/ 4110 w 4110"/>
              <a:gd name="p0y4" fmla="*/ 150 h 4537"/>
              <a:gd name="p0x5" fmla="*/ 4110 w 4110"/>
              <a:gd name="p0y5" fmla="*/ 4387 h 4537"/>
              <a:gd name="p0x6" fmla="*/ 4110 w 4110"/>
              <a:gd name="p0y6" fmla="*/ 4470 h 4537"/>
              <a:gd name="p0x7" fmla="*/ 4042 w 4110"/>
              <a:gd name="p0y7" fmla="*/ 4537 h 4537"/>
              <a:gd name="p0x8" fmla="*/ 3960 w 4110"/>
              <a:gd name="p0y8" fmla="*/ 4537 h 4537"/>
              <a:gd name="p0x9" fmla="*/ 150 w 4110"/>
              <a:gd name="p0y9" fmla="*/ 4537 h 4537"/>
              <a:gd name="p0x10" fmla="*/ 67 w 4110"/>
              <a:gd name="p0y10" fmla="*/ 4537 h 4537"/>
              <a:gd name="p0x11" fmla="*/ 0 w 4110"/>
              <a:gd name="p0y11" fmla="*/ 4470 h 4537"/>
              <a:gd name="p0x12" fmla="*/ 0 w 4110"/>
              <a:gd name="p0y12" fmla="*/ 4387 h 4537"/>
              <a:gd name="p0x13" fmla="*/ 0 w 4110"/>
              <a:gd name="p0y13" fmla="*/ 150 h 4537"/>
              <a:gd name="p0x14" fmla="*/ 0 w 4110"/>
              <a:gd name="p0y14" fmla="*/ 67 h 4537"/>
              <a:gd name="p0x15" fmla="*/ 67 w 4110"/>
              <a:gd name="p0y15" fmla="*/ 0 h 4537"/>
              <a:gd name="p0x16" fmla="*/ 150 w 4110"/>
              <a:gd name="p0y16" fmla="*/ 0 h 4537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9F9"/>
          </a:solidFill>
          <a:ln w="9525" cmpd="sng">
            <a:solidFill>
              <a:srgbClr val="E8DDD9"/>
            </a:solidFill>
            <a:prstDash val="solid"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>
            <p:custDataLst>
              <p:tags r:id="rId29"/>
            </p:custDataLst>
          </p:nvPr>
        </p:nvSpPr>
        <p:spPr>
          <a:xfrm>
            <a:off x="1671320" y="32988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 l="-8511" r="-8511"/>
          <a:stretch>
            <a:fillRect/>
          </a:stretch>
        </p:blipFill>
        <p:spPr>
          <a:xfrm>
            <a:off x="1771650" y="3379470"/>
            <a:ext cx="219075" cy="25273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33"/>
            </p:custDataLst>
          </p:nvPr>
        </p:nvSpPr>
        <p:spPr>
          <a:xfrm>
            <a:off x="1652511" y="3817163"/>
            <a:ext cx="6858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跑腿</a:t>
            </a:r>
            <a:endParaRPr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34"/>
            </p:custDataLst>
          </p:nvPr>
        </p:nvSpPr>
        <p:spPr>
          <a:xfrm>
            <a:off x="1109586" y="4217213"/>
            <a:ext cx="15431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33000"/>
              </a:lnSpc>
            </a:pPr>
            <a:r>
              <a:rPr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</a:rPr>
              <a:t>紧急事务快速送达</a:t>
            </a:r>
            <a:endParaRPr sz="135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35"/>
            </p:custDataLst>
          </p:nvPr>
        </p:nvSpPr>
        <p:spPr>
          <a:xfrm>
            <a:off x="3385820" y="2461895"/>
            <a:ext cx="2609850" cy="2881630"/>
          </a:xfrm>
          <a:custGeom>
            <a:avLst/>
            <a:gdLst>
              <a:gd name="sw" fmla="*/ 1 w 4110"/>
              <a:gd name="sh" fmla="*/ 1 h 4537"/>
              <a:gd name="mins" fmla="min sw sh"/>
              <a:gd name="dsw" fmla="+- 0 sw mins"/>
              <a:gd name="dsh" fmla="+- 0 sh mins"/>
              <a:gd name="p0x0" fmla="*/ 150 w 4110"/>
              <a:gd name="p0y0" fmla="*/ 0 h 4537"/>
              <a:gd name="p0x1" fmla="*/ 3960 w 4110"/>
              <a:gd name="p0y1" fmla="*/ 0 h 4537"/>
              <a:gd name="p0x2" fmla="*/ 4042 w 4110"/>
              <a:gd name="p0y2" fmla="*/ 0 h 4537"/>
              <a:gd name="p0x3" fmla="*/ 4110 w 4110"/>
              <a:gd name="p0y3" fmla="*/ 67 h 4537"/>
              <a:gd name="p0x4" fmla="*/ 4110 w 4110"/>
              <a:gd name="p0y4" fmla="*/ 150 h 4537"/>
              <a:gd name="p0x5" fmla="*/ 4110 w 4110"/>
              <a:gd name="p0y5" fmla="*/ 4387 h 4537"/>
              <a:gd name="p0x6" fmla="*/ 4110 w 4110"/>
              <a:gd name="p0y6" fmla="*/ 4470 h 4537"/>
              <a:gd name="p0x7" fmla="*/ 4042 w 4110"/>
              <a:gd name="p0y7" fmla="*/ 4537 h 4537"/>
              <a:gd name="p0x8" fmla="*/ 3960 w 4110"/>
              <a:gd name="p0y8" fmla="*/ 4537 h 4537"/>
              <a:gd name="p0x9" fmla="*/ 150 w 4110"/>
              <a:gd name="p0y9" fmla="*/ 4537 h 4537"/>
              <a:gd name="p0x10" fmla="*/ 67 w 4110"/>
              <a:gd name="p0y10" fmla="*/ 4537 h 4537"/>
              <a:gd name="p0x11" fmla="*/ 0 w 4110"/>
              <a:gd name="p0y11" fmla="*/ 4470 h 4537"/>
              <a:gd name="p0x12" fmla="*/ 0 w 4110"/>
              <a:gd name="p0y12" fmla="*/ 4387 h 4537"/>
              <a:gd name="p0x13" fmla="*/ 0 w 4110"/>
              <a:gd name="p0y13" fmla="*/ 150 h 4537"/>
              <a:gd name="p0x14" fmla="*/ 0 w 4110"/>
              <a:gd name="p0y14" fmla="*/ 67 h 4537"/>
              <a:gd name="p0x15" fmla="*/ 67 w 4110"/>
              <a:gd name="p0y15" fmla="*/ 0 h 4537"/>
              <a:gd name="p0x16" fmla="*/ 150 w 4110"/>
              <a:gd name="p0y16" fmla="*/ 0 h 4537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9F9"/>
          </a:solidFill>
          <a:ln w="9525" cmpd="sng">
            <a:solidFill>
              <a:srgbClr val="E8DDD9"/>
            </a:solidFill>
            <a:prstDash val="solid"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>
            <p:custDataLst>
              <p:tags r:id="rId36"/>
            </p:custDataLst>
          </p:nvPr>
        </p:nvSpPr>
        <p:spPr>
          <a:xfrm>
            <a:off x="4481195" y="32988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 l="-2273" t="-3067" r="-2273" b="-3067"/>
          <a:stretch>
            <a:fillRect/>
          </a:stretch>
        </p:blipFill>
        <p:spPr>
          <a:xfrm>
            <a:off x="4581525" y="3379470"/>
            <a:ext cx="219075" cy="25273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40"/>
            </p:custDataLst>
          </p:nvPr>
        </p:nvSpPr>
        <p:spPr>
          <a:xfrm>
            <a:off x="4462386" y="3817163"/>
            <a:ext cx="6858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代购</a:t>
            </a:r>
            <a:endParaRPr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41"/>
            </p:custDataLst>
          </p:nvPr>
        </p:nvSpPr>
        <p:spPr>
          <a:xfrm>
            <a:off x="3919461" y="4217213"/>
            <a:ext cx="15431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33000"/>
              </a:lnSpc>
            </a:pPr>
            <a:r>
              <a:rPr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</a:rPr>
              <a:t>商品采购代为购买</a:t>
            </a:r>
            <a:endParaRPr sz="135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42"/>
            </p:custDataLst>
          </p:nvPr>
        </p:nvSpPr>
        <p:spPr>
          <a:xfrm>
            <a:off x="6195695" y="2461895"/>
            <a:ext cx="2609850" cy="2881630"/>
          </a:xfrm>
          <a:custGeom>
            <a:avLst/>
            <a:gdLst>
              <a:gd name="sw" fmla="*/ 1 w 4110"/>
              <a:gd name="sh" fmla="*/ 1 h 4537"/>
              <a:gd name="mins" fmla="min sw sh"/>
              <a:gd name="dsw" fmla="+- 0 sw mins"/>
              <a:gd name="dsh" fmla="+- 0 sh mins"/>
              <a:gd name="p0x0" fmla="*/ 150 w 4110"/>
              <a:gd name="p0y0" fmla="*/ 0 h 4537"/>
              <a:gd name="p0x1" fmla="*/ 3960 w 4110"/>
              <a:gd name="p0y1" fmla="*/ 0 h 4537"/>
              <a:gd name="p0x2" fmla="*/ 4042 w 4110"/>
              <a:gd name="p0y2" fmla="*/ 0 h 4537"/>
              <a:gd name="p0x3" fmla="*/ 4110 w 4110"/>
              <a:gd name="p0y3" fmla="*/ 67 h 4537"/>
              <a:gd name="p0x4" fmla="*/ 4110 w 4110"/>
              <a:gd name="p0y4" fmla="*/ 150 h 4537"/>
              <a:gd name="p0x5" fmla="*/ 4110 w 4110"/>
              <a:gd name="p0y5" fmla="*/ 4387 h 4537"/>
              <a:gd name="p0x6" fmla="*/ 4110 w 4110"/>
              <a:gd name="p0y6" fmla="*/ 4470 h 4537"/>
              <a:gd name="p0x7" fmla="*/ 4042 w 4110"/>
              <a:gd name="p0y7" fmla="*/ 4537 h 4537"/>
              <a:gd name="p0x8" fmla="*/ 3960 w 4110"/>
              <a:gd name="p0y8" fmla="*/ 4537 h 4537"/>
              <a:gd name="p0x9" fmla="*/ 150 w 4110"/>
              <a:gd name="p0y9" fmla="*/ 4537 h 4537"/>
              <a:gd name="p0x10" fmla="*/ 67 w 4110"/>
              <a:gd name="p0y10" fmla="*/ 4537 h 4537"/>
              <a:gd name="p0x11" fmla="*/ 0 w 4110"/>
              <a:gd name="p0y11" fmla="*/ 4470 h 4537"/>
              <a:gd name="p0x12" fmla="*/ 0 w 4110"/>
              <a:gd name="p0y12" fmla="*/ 4387 h 4537"/>
              <a:gd name="p0x13" fmla="*/ 0 w 4110"/>
              <a:gd name="p0y13" fmla="*/ 150 h 4537"/>
              <a:gd name="p0x14" fmla="*/ 0 w 4110"/>
              <a:gd name="p0y14" fmla="*/ 67 h 4537"/>
              <a:gd name="p0x15" fmla="*/ 67 w 4110"/>
              <a:gd name="p0y15" fmla="*/ 0 h 4537"/>
              <a:gd name="p0x16" fmla="*/ 150 w 4110"/>
              <a:gd name="p0y16" fmla="*/ 0 h 4537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9F9"/>
          </a:solidFill>
          <a:ln w="9525" cmpd="sng">
            <a:solidFill>
              <a:srgbClr val="E8DDD9"/>
            </a:solidFill>
            <a:prstDash val="solid"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43"/>
            </p:custDataLst>
          </p:nvPr>
        </p:nvSpPr>
        <p:spPr>
          <a:xfrm>
            <a:off x="7291070" y="32988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44"/>
            </p:custDataLst>
          </p:nvPr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 l="-6092" t="-3067" r="-6092" b="-3067"/>
          <a:stretch>
            <a:fillRect/>
          </a:stretch>
        </p:blipFill>
        <p:spPr>
          <a:xfrm>
            <a:off x="7345680" y="3379470"/>
            <a:ext cx="309880" cy="252730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47"/>
            </p:custDataLst>
          </p:nvPr>
        </p:nvSpPr>
        <p:spPr>
          <a:xfrm>
            <a:off x="7272262" y="3817163"/>
            <a:ext cx="6858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代拿</a:t>
            </a:r>
            <a:endParaRPr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48"/>
            </p:custDataLst>
          </p:nvPr>
        </p:nvSpPr>
        <p:spPr>
          <a:xfrm>
            <a:off x="6729337" y="4217213"/>
            <a:ext cx="15431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33000"/>
              </a:lnSpc>
            </a:pPr>
            <a:r>
              <a:rPr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</a:rPr>
              <a:t>快递包裹代为领取</a:t>
            </a:r>
            <a:endParaRPr sz="135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49"/>
            </p:custDataLst>
          </p:nvPr>
        </p:nvSpPr>
        <p:spPr>
          <a:xfrm>
            <a:off x="9005570" y="2461895"/>
            <a:ext cx="2609850" cy="2881630"/>
          </a:xfrm>
          <a:custGeom>
            <a:avLst/>
            <a:gdLst>
              <a:gd name="sw" fmla="*/ 1 w 4110"/>
              <a:gd name="sh" fmla="*/ 1 h 4537"/>
              <a:gd name="mins" fmla="min sw sh"/>
              <a:gd name="dsw" fmla="+- 0 sw mins"/>
              <a:gd name="dsh" fmla="+- 0 sh mins"/>
              <a:gd name="p0x0" fmla="*/ 150 w 4110"/>
              <a:gd name="p0y0" fmla="*/ 0 h 4537"/>
              <a:gd name="p0x1" fmla="*/ 3960 w 4110"/>
              <a:gd name="p0y1" fmla="*/ 0 h 4537"/>
              <a:gd name="p0x2" fmla="*/ 4042 w 4110"/>
              <a:gd name="p0y2" fmla="*/ 0 h 4537"/>
              <a:gd name="p0x3" fmla="*/ 4110 w 4110"/>
              <a:gd name="p0y3" fmla="*/ 67 h 4537"/>
              <a:gd name="p0x4" fmla="*/ 4110 w 4110"/>
              <a:gd name="p0y4" fmla="*/ 150 h 4537"/>
              <a:gd name="p0x5" fmla="*/ 4110 w 4110"/>
              <a:gd name="p0y5" fmla="*/ 4387 h 4537"/>
              <a:gd name="p0x6" fmla="*/ 4110 w 4110"/>
              <a:gd name="p0y6" fmla="*/ 4470 h 4537"/>
              <a:gd name="p0x7" fmla="*/ 4042 w 4110"/>
              <a:gd name="p0y7" fmla="*/ 4537 h 4537"/>
              <a:gd name="p0x8" fmla="*/ 3960 w 4110"/>
              <a:gd name="p0y8" fmla="*/ 4537 h 4537"/>
              <a:gd name="p0x9" fmla="*/ 150 w 4110"/>
              <a:gd name="p0y9" fmla="*/ 4537 h 4537"/>
              <a:gd name="p0x10" fmla="*/ 67 w 4110"/>
              <a:gd name="p0y10" fmla="*/ 4537 h 4537"/>
              <a:gd name="p0x11" fmla="*/ 0 w 4110"/>
              <a:gd name="p0y11" fmla="*/ 4470 h 4537"/>
              <a:gd name="p0x12" fmla="*/ 0 w 4110"/>
              <a:gd name="p0y12" fmla="*/ 4387 h 4537"/>
              <a:gd name="p0x13" fmla="*/ 0 w 4110"/>
              <a:gd name="p0y13" fmla="*/ 150 h 4537"/>
              <a:gd name="p0x14" fmla="*/ 0 w 4110"/>
              <a:gd name="p0y14" fmla="*/ 67 h 4537"/>
              <a:gd name="p0x15" fmla="*/ 67 w 4110"/>
              <a:gd name="p0y15" fmla="*/ 0 h 4537"/>
              <a:gd name="p0x16" fmla="*/ 150 w 4110"/>
              <a:gd name="p0y16" fmla="*/ 0 h 4537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9F9"/>
          </a:solidFill>
          <a:ln w="9525" cmpd="sng">
            <a:solidFill>
              <a:srgbClr val="E8DDD9"/>
            </a:solidFill>
            <a:prstDash val="solid"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>
            <p:custDataLst>
              <p:tags r:id="rId50"/>
            </p:custDataLst>
          </p:nvPr>
        </p:nvSpPr>
        <p:spPr>
          <a:xfrm>
            <a:off x="10100945" y="32988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51"/>
            </p:custDataLst>
          </p:nvPr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 l="-1228" t="-3067" r="-1228" b="-3067"/>
          <a:stretch>
            <a:fillRect/>
          </a:stretch>
        </p:blipFill>
        <p:spPr>
          <a:xfrm>
            <a:off x="10217785" y="3379470"/>
            <a:ext cx="185420" cy="252730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54"/>
            </p:custDataLst>
          </p:nvPr>
        </p:nvSpPr>
        <p:spPr>
          <a:xfrm>
            <a:off x="10082137" y="3817163"/>
            <a:ext cx="6858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代办</a:t>
            </a:r>
            <a:endParaRPr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55"/>
            </p:custDataLst>
          </p:nvPr>
        </p:nvSpPr>
        <p:spPr>
          <a:xfrm>
            <a:off x="9539212" y="4217213"/>
            <a:ext cx="15431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33000"/>
              </a:lnSpc>
            </a:pPr>
            <a:r>
              <a:rPr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</a:rPr>
              <a:t>事务手续代为办理</a:t>
            </a:r>
            <a:endParaRPr sz="135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技术架构与数据库设计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en-US"/>
              <a:t>02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系统架构</a:t>
            </a:r>
            <a:endParaRPr sz="3000"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1500" y="2233295"/>
            <a:ext cx="5969000" cy="481330"/>
          </a:xfrm>
          <a:custGeom>
            <a:avLst/>
            <a:gdLst>
              <a:gd name="sw" fmla="*/ 1 w 9400"/>
              <a:gd name="sh" fmla="*/ 1 h 757"/>
              <a:gd name="mins" fmla="min sw sh"/>
              <a:gd name="dsw" fmla="+- 0 sw mins"/>
              <a:gd name="dsh" fmla="+- 0 sh mins"/>
              <a:gd name="p0x0" fmla="*/ 150 w 9400"/>
              <a:gd name="p0y0" fmla="*/ 0 h 757"/>
              <a:gd name="p0x1" fmla="*/ 9250 w 9400"/>
              <a:gd name="p0y1" fmla="*/ 0 h 757"/>
              <a:gd name="p0x2" fmla="*/ 9333 w 9400"/>
              <a:gd name="p0y2" fmla="*/ 0 h 757"/>
              <a:gd name="p0x3" fmla="*/ 9400 w 9400"/>
              <a:gd name="p0y3" fmla="*/ 67 h 757"/>
              <a:gd name="p0x4" fmla="*/ 9400 w 9400"/>
              <a:gd name="p0y4" fmla="*/ 150 h 757"/>
              <a:gd name="p0x5" fmla="*/ 9400 w 9400"/>
              <a:gd name="p0y5" fmla="*/ 607 h 757"/>
              <a:gd name="p0x6" fmla="*/ 9400 w 9400"/>
              <a:gd name="p0y6" fmla="*/ 690 h 757"/>
              <a:gd name="p0x7" fmla="*/ 9333 w 9400"/>
              <a:gd name="p0y7" fmla="*/ 757 h 757"/>
              <a:gd name="p0x8" fmla="*/ 9250 w 9400"/>
              <a:gd name="p0y8" fmla="*/ 757 h 757"/>
              <a:gd name="p0x9" fmla="*/ 150 w 9400"/>
              <a:gd name="p0y9" fmla="*/ 757 h 757"/>
              <a:gd name="p0x10" fmla="*/ 67 w 9400"/>
              <a:gd name="p0y10" fmla="*/ 757 h 757"/>
              <a:gd name="p0x11" fmla="*/ 0 w 9400"/>
              <a:gd name="p0y11" fmla="*/ 690 h 757"/>
              <a:gd name="p0x12" fmla="*/ 0 w 9400"/>
              <a:gd name="p0y12" fmla="*/ 607 h 757"/>
              <a:gd name="p0x13" fmla="*/ 0 w 9400"/>
              <a:gd name="p0y13" fmla="*/ 150 h 757"/>
              <a:gd name="p0x14" fmla="*/ 0 w 9400"/>
              <a:gd name="p0y14" fmla="*/ 67 h 757"/>
              <a:gd name="p0x15" fmla="*/ 67 w 9400"/>
              <a:gd name="p0y15" fmla="*/ 0 h 757"/>
              <a:gd name="p0x16" fmla="*/ 150 w 9400"/>
              <a:gd name="p0y16" fmla="*/ 0 h 757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9F9"/>
          </a:solidFill>
          <a:ln>
            <a:noFill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571500" y="2233362"/>
            <a:ext cx="952500" cy="481196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500" h="758">
                <a:moveTo>
                  <a:pt x="150" y="0"/>
                </a:moveTo>
                <a:lnTo>
                  <a:pt x="1500" y="0"/>
                </a:lnTo>
                <a:lnTo>
                  <a:pt x="1500" y="758"/>
                </a:lnTo>
                <a:lnTo>
                  <a:pt x="150" y="758"/>
                </a:lnTo>
                <a:cubicBezTo>
                  <a:pt x="67" y="758"/>
                  <a:pt x="0" y="691"/>
                  <a:pt x="0" y="608"/>
                </a:cubicBezTo>
                <a:lnTo>
                  <a:pt x="0" y="150"/>
                </a:lnTo>
                <a:cubicBezTo>
                  <a:pt x="0" y="67"/>
                  <a:pt x="67" y="0"/>
                  <a:pt x="150" y="0"/>
                </a:cubicBezTo>
                <a:close/>
              </a:path>
            </a:pathLst>
          </a:custGeom>
          <a:solidFill>
            <a:srgbClr val="E2AB9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857250" y="2347913"/>
            <a:ext cx="571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 b="1">
                <a:solidFill>
                  <a:srgbClr val="3B211C"/>
                </a:solidFill>
                <a:latin typeface="微软雅黑" panose="020B0503020204020204" charset="-122"/>
                <a:ea typeface="微软雅黑" panose="020B0503020204020204" charset="-122"/>
              </a:rPr>
              <a:t>前端</a:t>
            </a:r>
            <a:endParaRPr sz="1500" b="1">
              <a:solidFill>
                <a:srgbClr val="3B211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676400" y="2347913"/>
            <a:ext cx="1013298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React 18</a:t>
            </a:r>
            <a:endParaRPr sz="1500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2613498" y="2374106"/>
            <a:ext cx="247498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200">
                <a:solidFill>
                  <a:srgbClr val="9A8581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endParaRPr sz="1200">
              <a:solidFill>
                <a:srgbClr val="9A8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2822896" y="2347913"/>
            <a:ext cx="5308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Vite</a:t>
            </a:r>
            <a:endParaRPr sz="1500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3277495" y="2374106"/>
            <a:ext cx="3048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200">
                <a:solidFill>
                  <a:srgbClr val="9A8581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200">
              <a:solidFill>
                <a:srgbClr val="9A8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3544272" y="2347913"/>
            <a:ext cx="2117226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altLang="en-US" sz="1500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Nginx</a:t>
            </a:r>
            <a:r>
              <a:rPr lang="zh-CN" altLang="en-US" sz="1500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500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Docker</a:t>
            </a:r>
            <a:r>
              <a:rPr lang="zh-CN" altLang="en-US" sz="1500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容器）</a:t>
            </a:r>
            <a:endParaRPr lang="zh-CN" altLang="en-US" sz="1500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10"/>
            </p:custDataLst>
          </p:nvPr>
        </p:nvSpPr>
        <p:spPr>
          <a:xfrm>
            <a:off x="571500" y="2828925"/>
            <a:ext cx="5969000" cy="480695"/>
          </a:xfrm>
          <a:custGeom>
            <a:avLst/>
            <a:gdLst>
              <a:gd name="sw" fmla="*/ 1 w 9400"/>
              <a:gd name="sh" fmla="*/ 1 h 757"/>
              <a:gd name="mins" fmla="min sw sh"/>
              <a:gd name="dsw" fmla="+- 0 sw mins"/>
              <a:gd name="dsh" fmla="+- 0 sh mins"/>
              <a:gd name="p0x0" fmla="*/ 150 w 9400"/>
              <a:gd name="p0y0" fmla="*/ 0 h 757"/>
              <a:gd name="p0x1" fmla="*/ 9250 w 9400"/>
              <a:gd name="p0y1" fmla="*/ 0 h 757"/>
              <a:gd name="p0x2" fmla="*/ 9333 w 9400"/>
              <a:gd name="p0y2" fmla="*/ 0 h 757"/>
              <a:gd name="p0x3" fmla="*/ 9400 w 9400"/>
              <a:gd name="p0y3" fmla="*/ 67 h 757"/>
              <a:gd name="p0x4" fmla="*/ 9400 w 9400"/>
              <a:gd name="p0y4" fmla="*/ 150 h 757"/>
              <a:gd name="p0x5" fmla="*/ 9400 w 9400"/>
              <a:gd name="p0y5" fmla="*/ 607 h 757"/>
              <a:gd name="p0x6" fmla="*/ 9400 w 9400"/>
              <a:gd name="p0y6" fmla="*/ 690 h 757"/>
              <a:gd name="p0x7" fmla="*/ 9333 w 9400"/>
              <a:gd name="p0y7" fmla="*/ 757 h 757"/>
              <a:gd name="p0x8" fmla="*/ 9250 w 9400"/>
              <a:gd name="p0y8" fmla="*/ 757 h 757"/>
              <a:gd name="p0x9" fmla="*/ 150 w 9400"/>
              <a:gd name="p0y9" fmla="*/ 757 h 757"/>
              <a:gd name="p0x10" fmla="*/ 67 w 9400"/>
              <a:gd name="p0y10" fmla="*/ 757 h 757"/>
              <a:gd name="p0x11" fmla="*/ 0 w 9400"/>
              <a:gd name="p0y11" fmla="*/ 690 h 757"/>
              <a:gd name="p0x12" fmla="*/ 0 w 9400"/>
              <a:gd name="p0y12" fmla="*/ 607 h 757"/>
              <a:gd name="p0x13" fmla="*/ 0 w 9400"/>
              <a:gd name="p0y13" fmla="*/ 150 h 757"/>
              <a:gd name="p0x14" fmla="*/ 0 w 9400"/>
              <a:gd name="p0y14" fmla="*/ 67 h 757"/>
              <a:gd name="p0x15" fmla="*/ 67 w 9400"/>
              <a:gd name="p0y15" fmla="*/ 0 h 757"/>
              <a:gd name="p0x16" fmla="*/ 150 w 9400"/>
              <a:gd name="p0y16" fmla="*/ 0 h 757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9F9"/>
          </a:solidFill>
          <a:ln>
            <a:noFill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>
            <p:custDataLst>
              <p:tags r:id="rId11"/>
            </p:custDataLst>
          </p:nvPr>
        </p:nvSpPr>
        <p:spPr>
          <a:xfrm>
            <a:off x="571559" y="2828925"/>
            <a:ext cx="952441" cy="48069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500" h="757">
                <a:moveTo>
                  <a:pt x="150" y="0"/>
                </a:moveTo>
                <a:lnTo>
                  <a:pt x="1500" y="0"/>
                </a:lnTo>
                <a:lnTo>
                  <a:pt x="1500" y="757"/>
                </a:lnTo>
                <a:lnTo>
                  <a:pt x="150" y="757"/>
                </a:lnTo>
                <a:cubicBezTo>
                  <a:pt x="67" y="757"/>
                  <a:pt x="0" y="690"/>
                  <a:pt x="0" y="607"/>
                </a:cubicBezTo>
                <a:lnTo>
                  <a:pt x="0" y="150"/>
                </a:lnTo>
                <a:cubicBezTo>
                  <a:pt x="0" y="67"/>
                  <a:pt x="67" y="0"/>
                  <a:pt x="150" y="0"/>
                </a:cubicBezTo>
                <a:close/>
              </a:path>
            </a:pathLst>
          </a:custGeom>
          <a:solidFill>
            <a:srgbClr val="87BAB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2"/>
            </p:custDataLst>
          </p:nvPr>
        </p:nvSpPr>
        <p:spPr>
          <a:xfrm>
            <a:off x="857250" y="2943225"/>
            <a:ext cx="571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 b="1">
                <a:solidFill>
                  <a:srgbClr val="153330"/>
                </a:solidFill>
                <a:latin typeface="微软雅黑" panose="020B0503020204020204" charset="-122"/>
                <a:ea typeface="微软雅黑" panose="020B0503020204020204" charset="-122"/>
              </a:rPr>
              <a:t>通信</a:t>
            </a:r>
            <a:endParaRPr sz="1500" b="1">
              <a:solidFill>
                <a:srgbClr val="1533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3"/>
            </p:custDataLst>
          </p:nvPr>
        </p:nvSpPr>
        <p:spPr>
          <a:xfrm>
            <a:off x="1676400" y="2943225"/>
            <a:ext cx="1051027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REST API</a:t>
            </a:r>
            <a:endParaRPr sz="1500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4"/>
            </p:custDataLst>
          </p:nvPr>
        </p:nvSpPr>
        <p:spPr>
          <a:xfrm>
            <a:off x="2651227" y="2969419"/>
            <a:ext cx="247498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200">
                <a:solidFill>
                  <a:srgbClr val="9A8581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endParaRPr sz="1200">
              <a:solidFill>
                <a:srgbClr val="9A8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5"/>
            </p:custDataLst>
          </p:nvPr>
        </p:nvSpPr>
        <p:spPr>
          <a:xfrm>
            <a:off x="2860624" y="2943225"/>
            <a:ext cx="1713605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500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SSE</a:t>
            </a:r>
            <a:r>
              <a:rPr lang="zh-CN" sz="1500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（实时通知）</a:t>
            </a:r>
            <a:endParaRPr lang="zh-CN" sz="1500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16"/>
            </p:custDataLst>
          </p:nvPr>
        </p:nvSpPr>
        <p:spPr>
          <a:xfrm>
            <a:off x="571500" y="3423920"/>
            <a:ext cx="5969000" cy="733425"/>
          </a:xfrm>
          <a:custGeom>
            <a:avLst/>
            <a:gdLst>
              <a:gd name="sw" fmla="*/ 1 w 9400"/>
              <a:gd name="sh" fmla="*/ 1 h 1155"/>
              <a:gd name="mins" fmla="min sw sh"/>
              <a:gd name="dsw" fmla="+- 0 sw mins"/>
              <a:gd name="dsh" fmla="+- 0 sh mins"/>
              <a:gd name="p0x0" fmla="*/ 150 w 9400"/>
              <a:gd name="p0y0" fmla="*/ 0 h 1155"/>
              <a:gd name="p0x1" fmla="*/ 9250 w 9400"/>
              <a:gd name="p0y1" fmla="*/ 0 h 1155"/>
              <a:gd name="p0x2" fmla="*/ 9333 w 9400"/>
              <a:gd name="p0y2" fmla="*/ 0 h 1155"/>
              <a:gd name="p0x3" fmla="*/ 9400 w 9400"/>
              <a:gd name="p0y3" fmla="*/ 67 h 1155"/>
              <a:gd name="p0x4" fmla="*/ 9400 w 9400"/>
              <a:gd name="p0y4" fmla="*/ 150 h 1155"/>
              <a:gd name="p0x5" fmla="*/ 9400 w 9400"/>
              <a:gd name="p0y5" fmla="*/ 1005 h 1155"/>
              <a:gd name="p0x6" fmla="*/ 9400 w 9400"/>
              <a:gd name="p0y6" fmla="*/ 1087 h 1155"/>
              <a:gd name="p0x7" fmla="*/ 9333 w 9400"/>
              <a:gd name="p0y7" fmla="*/ 1155 h 1155"/>
              <a:gd name="p0x8" fmla="*/ 9250 w 9400"/>
              <a:gd name="p0y8" fmla="*/ 1155 h 1155"/>
              <a:gd name="p0x9" fmla="*/ 150 w 9400"/>
              <a:gd name="p0y9" fmla="*/ 1155 h 1155"/>
              <a:gd name="p0x10" fmla="*/ 67 w 9400"/>
              <a:gd name="p0y10" fmla="*/ 1155 h 1155"/>
              <a:gd name="p0x11" fmla="*/ 0 w 9400"/>
              <a:gd name="p0y11" fmla="*/ 1087 h 1155"/>
              <a:gd name="p0x12" fmla="*/ 0 w 9400"/>
              <a:gd name="p0y12" fmla="*/ 1005 h 1155"/>
              <a:gd name="p0x13" fmla="*/ 0 w 9400"/>
              <a:gd name="p0y13" fmla="*/ 150 h 1155"/>
              <a:gd name="p0x14" fmla="*/ 0 w 9400"/>
              <a:gd name="p0y14" fmla="*/ 67 h 1155"/>
              <a:gd name="p0x15" fmla="*/ 67 w 9400"/>
              <a:gd name="p0y15" fmla="*/ 0 h 1155"/>
              <a:gd name="p0x16" fmla="*/ 150 w 9400"/>
              <a:gd name="p0y16" fmla="*/ 0 h 115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9F9"/>
          </a:solidFill>
          <a:ln>
            <a:noFill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任意多边形 20"/>
          <p:cNvSpPr/>
          <p:nvPr>
            <p:custDataLst>
              <p:tags r:id="rId17"/>
            </p:custDataLst>
          </p:nvPr>
        </p:nvSpPr>
        <p:spPr>
          <a:xfrm>
            <a:off x="571500" y="3423924"/>
            <a:ext cx="952500" cy="733416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500" h="1155">
                <a:moveTo>
                  <a:pt x="150" y="0"/>
                </a:moveTo>
                <a:lnTo>
                  <a:pt x="1500" y="0"/>
                </a:lnTo>
                <a:lnTo>
                  <a:pt x="1500" y="1155"/>
                </a:lnTo>
                <a:lnTo>
                  <a:pt x="150" y="1155"/>
                </a:lnTo>
                <a:cubicBezTo>
                  <a:pt x="67" y="1155"/>
                  <a:pt x="0" y="1088"/>
                  <a:pt x="0" y="1005"/>
                </a:cubicBezTo>
                <a:lnTo>
                  <a:pt x="0" y="150"/>
                </a:lnTo>
                <a:cubicBezTo>
                  <a:pt x="0" y="67"/>
                  <a:pt x="67" y="0"/>
                  <a:pt x="150" y="0"/>
                </a:cubicBezTo>
                <a:close/>
              </a:path>
            </a:pathLst>
          </a:custGeom>
          <a:solidFill>
            <a:srgbClr val="DE826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18"/>
            </p:custDataLst>
          </p:nvPr>
        </p:nvSpPr>
        <p:spPr>
          <a:xfrm>
            <a:off x="857250" y="3664744"/>
            <a:ext cx="571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后端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19"/>
            </p:custDataLst>
          </p:nvPr>
        </p:nvSpPr>
        <p:spPr>
          <a:xfrm>
            <a:off x="1676400" y="3664585"/>
            <a:ext cx="1356995" cy="3517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Spring Boot 3</a:t>
            </a:r>
            <a:endParaRPr sz="1500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0"/>
            </p:custDataLst>
          </p:nvPr>
        </p:nvSpPr>
        <p:spPr>
          <a:xfrm>
            <a:off x="3033931" y="3690938"/>
            <a:ext cx="3048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200">
                <a:solidFill>
                  <a:srgbClr val="9A8581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endParaRPr sz="1200">
              <a:solidFill>
                <a:srgbClr val="9A8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21"/>
            </p:custDataLst>
          </p:nvPr>
        </p:nvSpPr>
        <p:spPr>
          <a:xfrm>
            <a:off x="3277235" y="3663950"/>
            <a:ext cx="98552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Controller</a:t>
            </a:r>
            <a:endParaRPr sz="1500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22"/>
            </p:custDataLst>
          </p:nvPr>
        </p:nvSpPr>
        <p:spPr>
          <a:xfrm>
            <a:off x="4286402" y="3690938"/>
            <a:ext cx="21140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200">
                <a:solidFill>
                  <a:srgbClr val="9A8581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endParaRPr sz="1200">
              <a:solidFill>
                <a:srgbClr val="9A8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23"/>
            </p:custDataLst>
          </p:nvPr>
        </p:nvSpPr>
        <p:spPr>
          <a:xfrm>
            <a:off x="4459605" y="3663950"/>
            <a:ext cx="669925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Service</a:t>
            </a:r>
            <a:endParaRPr sz="1500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24"/>
            </p:custDataLst>
          </p:nvPr>
        </p:nvSpPr>
        <p:spPr>
          <a:xfrm>
            <a:off x="5243731" y="3690938"/>
            <a:ext cx="21140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200">
                <a:solidFill>
                  <a:srgbClr val="9A8581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endParaRPr sz="1200">
              <a:solidFill>
                <a:srgbClr val="9A8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25"/>
            </p:custDataLst>
          </p:nvPr>
        </p:nvSpPr>
        <p:spPr>
          <a:xfrm>
            <a:off x="5417185" y="3663950"/>
            <a:ext cx="818515" cy="2984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Mapper</a:t>
            </a:r>
            <a:endParaRPr sz="1500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26"/>
            </p:custDataLst>
          </p:nvPr>
        </p:nvSpPr>
        <p:spPr>
          <a:xfrm>
            <a:off x="6236275" y="3690938"/>
            <a:ext cx="3048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200">
                <a:solidFill>
                  <a:srgbClr val="9A8581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sz="1200">
              <a:solidFill>
                <a:srgbClr val="9A8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27"/>
            </p:custDataLst>
          </p:nvPr>
        </p:nvSpPr>
        <p:spPr>
          <a:xfrm>
            <a:off x="571500" y="4271645"/>
            <a:ext cx="5969000" cy="481330"/>
          </a:xfrm>
          <a:custGeom>
            <a:avLst/>
            <a:gdLst>
              <a:gd name="sw" fmla="*/ 1 w 9400"/>
              <a:gd name="sh" fmla="*/ 1 h 757"/>
              <a:gd name="mins" fmla="min sw sh"/>
              <a:gd name="dsw" fmla="+- 0 sw mins"/>
              <a:gd name="dsh" fmla="+- 0 sh mins"/>
              <a:gd name="p0x0" fmla="*/ 150 w 9400"/>
              <a:gd name="p0y0" fmla="*/ 0 h 757"/>
              <a:gd name="p0x1" fmla="*/ 9250 w 9400"/>
              <a:gd name="p0y1" fmla="*/ 0 h 757"/>
              <a:gd name="p0x2" fmla="*/ 9333 w 9400"/>
              <a:gd name="p0y2" fmla="*/ 0 h 757"/>
              <a:gd name="p0x3" fmla="*/ 9400 w 9400"/>
              <a:gd name="p0y3" fmla="*/ 67 h 757"/>
              <a:gd name="p0x4" fmla="*/ 9400 w 9400"/>
              <a:gd name="p0y4" fmla="*/ 150 h 757"/>
              <a:gd name="p0x5" fmla="*/ 9400 w 9400"/>
              <a:gd name="p0y5" fmla="*/ 607 h 757"/>
              <a:gd name="p0x6" fmla="*/ 9400 w 9400"/>
              <a:gd name="p0y6" fmla="*/ 690 h 757"/>
              <a:gd name="p0x7" fmla="*/ 9333 w 9400"/>
              <a:gd name="p0y7" fmla="*/ 757 h 757"/>
              <a:gd name="p0x8" fmla="*/ 9250 w 9400"/>
              <a:gd name="p0y8" fmla="*/ 757 h 757"/>
              <a:gd name="p0x9" fmla="*/ 150 w 9400"/>
              <a:gd name="p0y9" fmla="*/ 757 h 757"/>
              <a:gd name="p0x10" fmla="*/ 67 w 9400"/>
              <a:gd name="p0y10" fmla="*/ 757 h 757"/>
              <a:gd name="p0x11" fmla="*/ 0 w 9400"/>
              <a:gd name="p0y11" fmla="*/ 690 h 757"/>
              <a:gd name="p0x12" fmla="*/ 0 w 9400"/>
              <a:gd name="p0y12" fmla="*/ 607 h 757"/>
              <a:gd name="p0x13" fmla="*/ 0 w 9400"/>
              <a:gd name="p0y13" fmla="*/ 150 h 757"/>
              <a:gd name="p0x14" fmla="*/ 0 w 9400"/>
              <a:gd name="p0y14" fmla="*/ 67 h 757"/>
              <a:gd name="p0x15" fmla="*/ 67 w 9400"/>
              <a:gd name="p0y15" fmla="*/ 0 h 757"/>
              <a:gd name="p0x16" fmla="*/ 150 w 9400"/>
              <a:gd name="p0y16" fmla="*/ 0 h 757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9F9"/>
          </a:solidFill>
          <a:ln>
            <a:noFill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任意多边形 32"/>
          <p:cNvSpPr/>
          <p:nvPr>
            <p:custDataLst>
              <p:tags r:id="rId28"/>
            </p:custDataLst>
          </p:nvPr>
        </p:nvSpPr>
        <p:spPr>
          <a:xfrm>
            <a:off x="571500" y="4271712"/>
            <a:ext cx="952500" cy="481196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500" h="758">
                <a:moveTo>
                  <a:pt x="150" y="0"/>
                </a:moveTo>
                <a:lnTo>
                  <a:pt x="1500" y="0"/>
                </a:lnTo>
                <a:lnTo>
                  <a:pt x="1500" y="758"/>
                </a:lnTo>
                <a:lnTo>
                  <a:pt x="150" y="758"/>
                </a:lnTo>
                <a:cubicBezTo>
                  <a:pt x="67" y="758"/>
                  <a:pt x="0" y="691"/>
                  <a:pt x="0" y="608"/>
                </a:cubicBezTo>
                <a:lnTo>
                  <a:pt x="0" y="150"/>
                </a:lnTo>
                <a:cubicBezTo>
                  <a:pt x="0" y="67"/>
                  <a:pt x="67" y="0"/>
                  <a:pt x="150" y="0"/>
                </a:cubicBezTo>
                <a:close/>
              </a:path>
            </a:pathLst>
          </a:custGeom>
          <a:solidFill>
            <a:srgbClr val="E2AB9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>
            <p:custDataLst>
              <p:tags r:id="rId29"/>
            </p:custDataLst>
          </p:nvPr>
        </p:nvSpPr>
        <p:spPr>
          <a:xfrm>
            <a:off x="762000" y="4386263"/>
            <a:ext cx="7620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 b="1">
                <a:solidFill>
                  <a:srgbClr val="3B211C"/>
                </a:solidFill>
                <a:latin typeface="微软雅黑" panose="020B0503020204020204" charset="-122"/>
                <a:ea typeface="微软雅黑" panose="020B0503020204020204" charset="-122"/>
              </a:rPr>
              <a:t>数据层</a:t>
            </a:r>
            <a:endParaRPr sz="1500" b="1">
              <a:solidFill>
                <a:srgbClr val="3B211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30"/>
            </p:custDataLst>
          </p:nvPr>
        </p:nvSpPr>
        <p:spPr>
          <a:xfrm>
            <a:off x="1676400" y="4386263"/>
            <a:ext cx="1388564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MyBatis-Plus</a:t>
            </a:r>
            <a:endParaRPr sz="1500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31"/>
            </p:custDataLst>
          </p:nvPr>
        </p:nvSpPr>
        <p:spPr>
          <a:xfrm>
            <a:off x="2988764" y="4412456"/>
            <a:ext cx="247498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200">
                <a:solidFill>
                  <a:srgbClr val="9A8581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endParaRPr sz="1200">
              <a:solidFill>
                <a:srgbClr val="9A8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32"/>
            </p:custDataLst>
          </p:nvPr>
        </p:nvSpPr>
        <p:spPr>
          <a:xfrm>
            <a:off x="3198171" y="4386263"/>
            <a:ext cx="830609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Flyway</a:t>
            </a:r>
            <a:endParaRPr sz="1500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33"/>
            </p:custDataLst>
          </p:nvPr>
        </p:nvSpPr>
        <p:spPr>
          <a:xfrm>
            <a:off x="3952580" y="4412456"/>
            <a:ext cx="3048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200">
                <a:solidFill>
                  <a:srgbClr val="9A8581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200">
              <a:solidFill>
                <a:srgbClr val="9A8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34"/>
            </p:custDataLst>
          </p:nvPr>
        </p:nvSpPr>
        <p:spPr>
          <a:xfrm>
            <a:off x="4219356" y="4386263"/>
            <a:ext cx="1039416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MySQL 8</a:t>
            </a:r>
            <a:endParaRPr sz="1500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任意多边形 40"/>
          <p:cNvSpPr/>
          <p:nvPr>
            <p:custDataLst>
              <p:tags r:id="rId35"/>
            </p:custDataLst>
          </p:nvPr>
        </p:nvSpPr>
        <p:spPr>
          <a:xfrm>
            <a:off x="571500" y="4867275"/>
            <a:ext cx="5969000" cy="480695"/>
          </a:xfrm>
          <a:custGeom>
            <a:avLst/>
            <a:gdLst>
              <a:gd name="sw" fmla="*/ 1 w 9400"/>
              <a:gd name="sh" fmla="*/ 1 h 757"/>
              <a:gd name="mins" fmla="min sw sh"/>
              <a:gd name="dsw" fmla="+- 0 sw mins"/>
              <a:gd name="dsh" fmla="+- 0 sh mins"/>
              <a:gd name="p0x0" fmla="*/ 150 w 9400"/>
              <a:gd name="p0y0" fmla="*/ 0 h 757"/>
              <a:gd name="p0x1" fmla="*/ 9250 w 9400"/>
              <a:gd name="p0y1" fmla="*/ 0 h 757"/>
              <a:gd name="p0x2" fmla="*/ 9333 w 9400"/>
              <a:gd name="p0y2" fmla="*/ 0 h 757"/>
              <a:gd name="p0x3" fmla="*/ 9400 w 9400"/>
              <a:gd name="p0y3" fmla="*/ 67 h 757"/>
              <a:gd name="p0x4" fmla="*/ 9400 w 9400"/>
              <a:gd name="p0y4" fmla="*/ 150 h 757"/>
              <a:gd name="p0x5" fmla="*/ 9400 w 9400"/>
              <a:gd name="p0y5" fmla="*/ 607 h 757"/>
              <a:gd name="p0x6" fmla="*/ 9400 w 9400"/>
              <a:gd name="p0y6" fmla="*/ 690 h 757"/>
              <a:gd name="p0x7" fmla="*/ 9333 w 9400"/>
              <a:gd name="p0y7" fmla="*/ 757 h 757"/>
              <a:gd name="p0x8" fmla="*/ 9250 w 9400"/>
              <a:gd name="p0y8" fmla="*/ 757 h 757"/>
              <a:gd name="p0x9" fmla="*/ 150 w 9400"/>
              <a:gd name="p0y9" fmla="*/ 757 h 757"/>
              <a:gd name="p0x10" fmla="*/ 67 w 9400"/>
              <a:gd name="p0y10" fmla="*/ 757 h 757"/>
              <a:gd name="p0x11" fmla="*/ 0 w 9400"/>
              <a:gd name="p0y11" fmla="*/ 690 h 757"/>
              <a:gd name="p0x12" fmla="*/ 0 w 9400"/>
              <a:gd name="p0y12" fmla="*/ 607 h 757"/>
              <a:gd name="p0x13" fmla="*/ 0 w 9400"/>
              <a:gd name="p0y13" fmla="*/ 150 h 757"/>
              <a:gd name="p0x14" fmla="*/ 0 w 9400"/>
              <a:gd name="p0y14" fmla="*/ 67 h 757"/>
              <a:gd name="p0x15" fmla="*/ 67 w 9400"/>
              <a:gd name="p0y15" fmla="*/ 0 h 757"/>
              <a:gd name="p0x16" fmla="*/ 150 w 9400"/>
              <a:gd name="p0y16" fmla="*/ 0 h 757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9F9"/>
          </a:solidFill>
          <a:ln>
            <a:noFill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>
            <p:custDataLst>
              <p:tags r:id="rId36"/>
            </p:custDataLst>
          </p:nvPr>
        </p:nvSpPr>
        <p:spPr>
          <a:xfrm>
            <a:off x="571559" y="4867275"/>
            <a:ext cx="952441" cy="48069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500" h="757">
                <a:moveTo>
                  <a:pt x="150" y="0"/>
                </a:moveTo>
                <a:lnTo>
                  <a:pt x="1500" y="0"/>
                </a:lnTo>
                <a:lnTo>
                  <a:pt x="1500" y="757"/>
                </a:lnTo>
                <a:lnTo>
                  <a:pt x="150" y="757"/>
                </a:lnTo>
                <a:cubicBezTo>
                  <a:pt x="67" y="757"/>
                  <a:pt x="0" y="690"/>
                  <a:pt x="0" y="607"/>
                </a:cubicBezTo>
                <a:lnTo>
                  <a:pt x="0" y="150"/>
                </a:lnTo>
                <a:cubicBezTo>
                  <a:pt x="0" y="67"/>
                  <a:pt x="67" y="0"/>
                  <a:pt x="150" y="0"/>
                </a:cubicBezTo>
                <a:close/>
              </a:path>
            </a:pathLst>
          </a:custGeom>
          <a:solidFill>
            <a:srgbClr val="87BAB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>
            <p:custDataLst>
              <p:tags r:id="rId37"/>
            </p:custDataLst>
          </p:nvPr>
        </p:nvSpPr>
        <p:spPr>
          <a:xfrm>
            <a:off x="857250" y="4981575"/>
            <a:ext cx="571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 b="1">
                <a:solidFill>
                  <a:srgbClr val="153330"/>
                </a:solidFill>
                <a:latin typeface="微软雅黑" panose="020B0503020204020204" charset="-122"/>
                <a:ea typeface="微软雅黑" panose="020B0503020204020204" charset="-122"/>
              </a:rPr>
              <a:t>部署</a:t>
            </a:r>
            <a:endParaRPr sz="1500" b="1">
              <a:solidFill>
                <a:srgbClr val="1533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38"/>
            </p:custDataLst>
          </p:nvPr>
        </p:nvSpPr>
        <p:spPr>
          <a:xfrm>
            <a:off x="1676400" y="4981575"/>
            <a:ext cx="1771498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Docker Compose</a:t>
            </a:r>
            <a:endParaRPr sz="1500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39"/>
            </p:custDataLst>
          </p:nvPr>
        </p:nvSpPr>
        <p:spPr>
          <a:xfrm>
            <a:off x="3371698" y="5007769"/>
            <a:ext cx="3048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200">
                <a:solidFill>
                  <a:srgbClr val="9A8581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endParaRPr sz="1200">
              <a:solidFill>
                <a:srgbClr val="9A8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40"/>
            </p:custDataLst>
          </p:nvPr>
        </p:nvSpPr>
        <p:spPr>
          <a:xfrm>
            <a:off x="3638474" y="4981575"/>
            <a:ext cx="952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 dirty="0" err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开发环境</a:t>
            </a:r>
            <a:endParaRPr sz="1500" dirty="0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41"/>
            </p:custDataLst>
          </p:nvPr>
        </p:nvSpPr>
        <p:spPr>
          <a:xfrm>
            <a:off x="4514774" y="5007769"/>
            <a:ext cx="247498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200">
                <a:solidFill>
                  <a:srgbClr val="9A8581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endParaRPr sz="1200">
              <a:solidFill>
                <a:srgbClr val="9A8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42"/>
            </p:custDataLst>
          </p:nvPr>
        </p:nvSpPr>
        <p:spPr>
          <a:xfrm>
            <a:off x="4724181" y="4981575"/>
            <a:ext cx="952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 dirty="0" err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生产环境</a:t>
            </a:r>
            <a:endParaRPr sz="1500" dirty="0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>
            <p:custDataLst>
              <p:tags r:id="rId43"/>
            </p:custDataLst>
          </p:nvPr>
        </p:nvSpPr>
        <p:spPr>
          <a:xfrm>
            <a:off x="5600481" y="5007769"/>
            <a:ext cx="9144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200">
                <a:solidFill>
                  <a:srgbClr val="9A8581"/>
                </a:solidFill>
                <a:latin typeface="微软雅黑" panose="020B0503020204020204" charset="-122"/>
                <a:ea typeface="微软雅黑" panose="020B0503020204020204" charset="-122"/>
              </a:rPr>
              <a:t>两套配置）</a:t>
            </a:r>
            <a:endParaRPr sz="1200">
              <a:solidFill>
                <a:srgbClr val="9A8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任意多边形 50"/>
          <p:cNvSpPr/>
          <p:nvPr>
            <p:custDataLst>
              <p:tags r:id="rId44"/>
            </p:custDataLst>
          </p:nvPr>
        </p:nvSpPr>
        <p:spPr>
          <a:xfrm>
            <a:off x="6754495" y="1109345"/>
            <a:ext cx="4860925" cy="2571750"/>
          </a:xfrm>
          <a:custGeom>
            <a:avLst/>
            <a:gdLst>
              <a:gd name="sw" fmla="*/ 1 w 7654"/>
              <a:gd name="sh" fmla="*/ 1 h 4050"/>
              <a:gd name="mins" fmla="min sw sh"/>
              <a:gd name="dsw" fmla="+- 0 sw mins"/>
              <a:gd name="dsh" fmla="+- 0 sh mins"/>
              <a:gd name="p0x0" fmla="*/ 150 w 7654"/>
              <a:gd name="p0y0" fmla="*/ 0 h 4050"/>
              <a:gd name="p0x1" fmla="*/ 7504 w 7654"/>
              <a:gd name="p0y1" fmla="*/ 0 h 4050"/>
              <a:gd name="p0x2" fmla="*/ 7587 w 7654"/>
              <a:gd name="p0y2" fmla="*/ 0 h 4050"/>
              <a:gd name="p0x3" fmla="*/ 7654 w 7654"/>
              <a:gd name="p0y3" fmla="*/ 67 h 4050"/>
              <a:gd name="p0x4" fmla="*/ 7654 w 7654"/>
              <a:gd name="p0y4" fmla="*/ 150 h 4050"/>
              <a:gd name="p0x5" fmla="*/ 7654 w 7654"/>
              <a:gd name="p0y5" fmla="*/ 3900 h 4050"/>
              <a:gd name="p0x6" fmla="*/ 7654 w 7654"/>
              <a:gd name="p0y6" fmla="*/ 3982 h 4050"/>
              <a:gd name="p0x7" fmla="*/ 7587 w 7654"/>
              <a:gd name="p0y7" fmla="*/ 4050 h 4050"/>
              <a:gd name="p0x8" fmla="*/ 7504 w 7654"/>
              <a:gd name="p0y8" fmla="*/ 4050 h 4050"/>
              <a:gd name="p0x9" fmla="*/ 150 w 7654"/>
              <a:gd name="p0y9" fmla="*/ 4050 h 4050"/>
              <a:gd name="p0x10" fmla="*/ 67 w 7654"/>
              <a:gd name="p0y10" fmla="*/ 4050 h 4050"/>
              <a:gd name="p0x11" fmla="*/ 0 w 7654"/>
              <a:gd name="p0y11" fmla="*/ 3982 h 4050"/>
              <a:gd name="p0x12" fmla="*/ 0 w 7654"/>
              <a:gd name="p0y12" fmla="*/ 3900 h 4050"/>
              <a:gd name="p0x13" fmla="*/ 0 w 7654"/>
              <a:gd name="p0y13" fmla="*/ 150 h 4050"/>
              <a:gd name="p0x14" fmla="*/ 0 w 7654"/>
              <a:gd name="p0y14" fmla="*/ 67 h 4050"/>
              <a:gd name="p0x15" fmla="*/ 67 w 7654"/>
              <a:gd name="p0y15" fmla="*/ 0 h 4050"/>
              <a:gd name="p0x16" fmla="*/ 150 w 7654"/>
              <a:gd name="p0y16" fmla="*/ 0 h 405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9F9"/>
          </a:solidFill>
          <a:ln w="9525" cmpd="sng">
            <a:solidFill>
              <a:srgbClr val="E8DDD9"/>
            </a:solidFill>
            <a:prstDash val="solid"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任意多边形 51"/>
          <p:cNvSpPr/>
          <p:nvPr>
            <p:custDataLst>
              <p:tags r:id="rId45"/>
            </p:custDataLst>
          </p:nvPr>
        </p:nvSpPr>
        <p:spPr>
          <a:xfrm>
            <a:off x="6950075" y="159512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3" name="图片 52"/>
          <p:cNvPicPr>
            <a:picLocks noChangeAspect="1"/>
          </p:cNvPicPr>
          <p:nvPr>
            <p:custDataLst>
              <p:tags r:id="rId46"/>
            </p:custDataLst>
          </p:nvPr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 l="-6522" t="-2933" r="-6522" b="-2933"/>
          <a:stretch>
            <a:fillRect/>
          </a:stretch>
        </p:blipFill>
        <p:spPr>
          <a:xfrm>
            <a:off x="7035800" y="1676400"/>
            <a:ext cx="247650" cy="252095"/>
          </a:xfrm>
          <a:prstGeom prst="rect">
            <a:avLst/>
          </a:prstGeom>
        </p:spPr>
      </p:pic>
      <p:sp>
        <p:nvSpPr>
          <p:cNvPr id="54" name="文本框 53"/>
          <p:cNvSpPr txBox="1"/>
          <p:nvPr>
            <p:custDataLst>
              <p:tags r:id="rId49"/>
            </p:custDataLst>
          </p:nvPr>
        </p:nvSpPr>
        <p:spPr>
          <a:xfrm>
            <a:off x="7483745" y="1622107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100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安全机制</a:t>
            </a:r>
            <a:endParaRPr sz="2100"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任意多边形 54"/>
          <p:cNvSpPr/>
          <p:nvPr>
            <p:custDataLst>
              <p:tags r:id="rId50"/>
            </p:custDataLst>
          </p:nvPr>
        </p:nvSpPr>
        <p:spPr>
          <a:xfrm>
            <a:off x="6950075" y="216662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6" name="图片 55"/>
          <p:cNvPicPr>
            <a:picLocks noChangeAspect="1"/>
          </p:cNvPicPr>
          <p:nvPr>
            <p:custDataLst>
              <p:tags r:id="rId51"/>
            </p:custDataLst>
          </p:nvPr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>
          <a:xfrm>
            <a:off x="7007225" y="2223770"/>
            <a:ext cx="152400" cy="152400"/>
          </a:xfrm>
          <a:prstGeom prst="rect">
            <a:avLst/>
          </a:prstGeom>
        </p:spPr>
      </p:pic>
      <p:sp>
        <p:nvSpPr>
          <p:cNvPr id="57" name="文本框 56"/>
          <p:cNvSpPr txBox="1"/>
          <p:nvPr>
            <p:custDataLst>
              <p:tags r:id="rId54"/>
            </p:custDataLst>
          </p:nvPr>
        </p:nvSpPr>
        <p:spPr>
          <a:xfrm>
            <a:off x="7331345" y="2174081"/>
            <a:ext cx="1046036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500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JWT </a:t>
            </a:r>
            <a:r>
              <a:rPr lang="zh-CN" sz="1500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认证</a:t>
            </a:r>
            <a:endParaRPr lang="zh-CN" sz="1500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任意多边形 57"/>
          <p:cNvSpPr/>
          <p:nvPr>
            <p:custDataLst>
              <p:tags r:id="rId55"/>
            </p:custDataLst>
          </p:nvPr>
        </p:nvSpPr>
        <p:spPr>
          <a:xfrm>
            <a:off x="6950075" y="254762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9" name="图片 58"/>
          <p:cNvPicPr>
            <a:picLocks noChangeAspect="1"/>
          </p:cNvPicPr>
          <p:nvPr>
            <p:custDataLst>
              <p:tags r:id="rId56"/>
            </p:custDataLst>
          </p:nvPr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rcRect l="-3125" r="-3125"/>
          <a:stretch>
            <a:fillRect/>
          </a:stretch>
        </p:blipFill>
        <p:spPr>
          <a:xfrm>
            <a:off x="7026275" y="2604770"/>
            <a:ext cx="114300" cy="152400"/>
          </a:xfrm>
          <a:prstGeom prst="rect">
            <a:avLst/>
          </a:prstGeom>
        </p:spPr>
      </p:pic>
      <p:sp>
        <p:nvSpPr>
          <p:cNvPr id="60" name="文本框 59"/>
          <p:cNvSpPr txBox="1"/>
          <p:nvPr>
            <p:custDataLst>
              <p:tags r:id="rId59"/>
            </p:custDataLst>
          </p:nvPr>
        </p:nvSpPr>
        <p:spPr>
          <a:xfrm>
            <a:off x="7331345" y="2555081"/>
            <a:ext cx="1629747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500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BCrypt </a:t>
            </a:r>
            <a:r>
              <a:rPr lang="zh-CN" sz="1500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密码加密</a:t>
            </a:r>
            <a:endParaRPr lang="zh-CN" sz="1500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任意多边形 60"/>
          <p:cNvSpPr/>
          <p:nvPr>
            <p:custDataLst>
              <p:tags r:id="rId60"/>
            </p:custDataLst>
          </p:nvPr>
        </p:nvSpPr>
        <p:spPr>
          <a:xfrm>
            <a:off x="6950075" y="292862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2" name="图片 61"/>
          <p:cNvPicPr>
            <a:picLocks noChangeAspect="1"/>
          </p:cNvPicPr>
          <p:nvPr>
            <p:custDataLst>
              <p:tags r:id="rId61"/>
            </p:custDataLst>
          </p:nvPr>
        </p:nvPicPr>
        <p:blipFill>
          <a:blip r:embed="rId62"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rcRect/>
          <a:stretch>
            <a:fillRect/>
          </a:stretch>
        </p:blipFill>
        <p:spPr>
          <a:xfrm>
            <a:off x="7026275" y="2985770"/>
            <a:ext cx="114300" cy="152400"/>
          </a:xfrm>
          <a:prstGeom prst="rect">
            <a:avLst/>
          </a:prstGeom>
        </p:spPr>
      </p:pic>
      <p:sp>
        <p:nvSpPr>
          <p:cNvPr id="63" name="文本框 62"/>
          <p:cNvSpPr txBox="1"/>
          <p:nvPr>
            <p:custDataLst>
              <p:tags r:id="rId64"/>
            </p:custDataLst>
          </p:nvPr>
        </p:nvSpPr>
        <p:spPr>
          <a:xfrm>
            <a:off x="7331345" y="2936081"/>
            <a:ext cx="4054821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zh-CN" altLang="en-US" sz="1500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统一响应格式</a:t>
            </a:r>
            <a:r>
              <a:rPr lang="en-US" altLang="zh-CN" sz="1500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{ success, data, message }</a:t>
            </a:r>
            <a:endParaRPr lang="en-US" altLang="zh-CN" sz="1500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任意多边形 63"/>
          <p:cNvSpPr/>
          <p:nvPr>
            <p:custDataLst>
              <p:tags r:id="rId65"/>
            </p:custDataLst>
          </p:nvPr>
        </p:nvSpPr>
        <p:spPr>
          <a:xfrm>
            <a:off x="6754495" y="3900170"/>
            <a:ext cx="4860925" cy="2571750"/>
          </a:xfrm>
          <a:custGeom>
            <a:avLst/>
            <a:gdLst>
              <a:gd name="sw" fmla="*/ 1 w 7654"/>
              <a:gd name="sh" fmla="*/ 1 h 4050"/>
              <a:gd name="mins" fmla="min sw sh"/>
              <a:gd name="dsw" fmla="+- 0 sw mins"/>
              <a:gd name="dsh" fmla="+- 0 sh mins"/>
              <a:gd name="p0x0" fmla="*/ 150 w 7654"/>
              <a:gd name="p0y0" fmla="*/ 0 h 4050"/>
              <a:gd name="p0x1" fmla="*/ 7504 w 7654"/>
              <a:gd name="p0y1" fmla="*/ 0 h 4050"/>
              <a:gd name="p0x2" fmla="*/ 7587 w 7654"/>
              <a:gd name="p0y2" fmla="*/ 0 h 4050"/>
              <a:gd name="p0x3" fmla="*/ 7654 w 7654"/>
              <a:gd name="p0y3" fmla="*/ 67 h 4050"/>
              <a:gd name="p0x4" fmla="*/ 7654 w 7654"/>
              <a:gd name="p0y4" fmla="*/ 150 h 4050"/>
              <a:gd name="p0x5" fmla="*/ 7654 w 7654"/>
              <a:gd name="p0y5" fmla="*/ 3900 h 4050"/>
              <a:gd name="p0x6" fmla="*/ 7654 w 7654"/>
              <a:gd name="p0y6" fmla="*/ 3982 h 4050"/>
              <a:gd name="p0x7" fmla="*/ 7587 w 7654"/>
              <a:gd name="p0y7" fmla="*/ 4050 h 4050"/>
              <a:gd name="p0x8" fmla="*/ 7504 w 7654"/>
              <a:gd name="p0y8" fmla="*/ 4050 h 4050"/>
              <a:gd name="p0x9" fmla="*/ 150 w 7654"/>
              <a:gd name="p0y9" fmla="*/ 4050 h 4050"/>
              <a:gd name="p0x10" fmla="*/ 67 w 7654"/>
              <a:gd name="p0y10" fmla="*/ 4050 h 4050"/>
              <a:gd name="p0x11" fmla="*/ 0 w 7654"/>
              <a:gd name="p0y11" fmla="*/ 3982 h 4050"/>
              <a:gd name="p0x12" fmla="*/ 0 w 7654"/>
              <a:gd name="p0y12" fmla="*/ 3900 h 4050"/>
              <a:gd name="p0x13" fmla="*/ 0 w 7654"/>
              <a:gd name="p0y13" fmla="*/ 150 h 4050"/>
              <a:gd name="p0x14" fmla="*/ 0 w 7654"/>
              <a:gd name="p0y14" fmla="*/ 67 h 4050"/>
              <a:gd name="p0x15" fmla="*/ 67 w 7654"/>
              <a:gd name="p0y15" fmla="*/ 0 h 4050"/>
              <a:gd name="p0x16" fmla="*/ 150 w 7654"/>
              <a:gd name="p0y16" fmla="*/ 0 h 405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9F9"/>
          </a:solidFill>
          <a:ln w="9525" cmpd="sng">
            <a:solidFill>
              <a:srgbClr val="E8DDD9"/>
            </a:solidFill>
            <a:prstDash val="solid"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任意多边形 64"/>
          <p:cNvSpPr/>
          <p:nvPr>
            <p:custDataLst>
              <p:tags r:id="rId66"/>
            </p:custDataLst>
          </p:nvPr>
        </p:nvSpPr>
        <p:spPr>
          <a:xfrm>
            <a:off x="6950075" y="450723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6" name="图片 65"/>
          <p:cNvPicPr>
            <a:picLocks noChangeAspect="1"/>
          </p:cNvPicPr>
          <p:nvPr>
            <p:custDataLst>
              <p:tags r:id="rId67"/>
            </p:custDataLst>
          </p:nvPr>
        </p:nvPicPr>
        <p:blipFill>
          <a:blip r:embed="rId68"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rcRect l="-2473" t="-10152" r="-2473" b="-10152"/>
          <a:stretch>
            <a:fillRect/>
          </a:stretch>
        </p:blipFill>
        <p:spPr>
          <a:xfrm>
            <a:off x="7004685" y="4588510"/>
            <a:ext cx="309880" cy="252095"/>
          </a:xfrm>
          <a:prstGeom prst="rect">
            <a:avLst/>
          </a:prstGeom>
        </p:spPr>
      </p:pic>
      <p:sp>
        <p:nvSpPr>
          <p:cNvPr id="67" name="文本框 66"/>
          <p:cNvSpPr txBox="1"/>
          <p:nvPr>
            <p:custDataLst>
              <p:tags r:id="rId70"/>
            </p:custDataLst>
          </p:nvPr>
        </p:nvSpPr>
        <p:spPr>
          <a:xfrm>
            <a:off x="7483745" y="4534376"/>
            <a:ext cx="8001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100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部署</a:t>
            </a:r>
            <a:endParaRPr sz="2100"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任意多边形 67"/>
          <p:cNvSpPr/>
          <p:nvPr>
            <p:custDataLst>
              <p:tags r:id="rId71"/>
            </p:custDataLst>
          </p:nvPr>
        </p:nvSpPr>
        <p:spPr>
          <a:xfrm>
            <a:off x="6950075" y="5078730"/>
            <a:ext cx="990600" cy="405130"/>
          </a:xfrm>
          <a:custGeom>
            <a:avLst/>
            <a:gdLst>
              <a:gd name="sw" fmla="*/ 1 w 1560"/>
              <a:gd name="sh" fmla="*/ 1 h 637"/>
              <a:gd name="mins" fmla="min sw sh"/>
              <a:gd name="dsw" fmla="+- 0 sw mins"/>
              <a:gd name="dsh" fmla="+- 0 sh mins"/>
              <a:gd name="p0x0" fmla="*/ 60 w 1560"/>
              <a:gd name="p0y0" fmla="*/ 0 h 637"/>
              <a:gd name="p0x1" fmla="*/ 1500 w 1560"/>
              <a:gd name="p0y1" fmla="*/ 0 h 637"/>
              <a:gd name="p0x2" fmla="*/ 1533 w 1560"/>
              <a:gd name="p0y2" fmla="*/ 0 h 637"/>
              <a:gd name="p0x3" fmla="*/ 1560 w 1560"/>
              <a:gd name="p0y3" fmla="*/ 26 h 637"/>
              <a:gd name="p0x4" fmla="*/ 1560 w 1560"/>
              <a:gd name="p0y4" fmla="*/ 60 h 637"/>
              <a:gd name="p0x5" fmla="*/ 1560 w 1560"/>
              <a:gd name="p0y5" fmla="*/ 577 h 637"/>
              <a:gd name="p0x6" fmla="*/ 1560 w 1560"/>
              <a:gd name="p0y6" fmla="*/ 610 h 637"/>
              <a:gd name="p0x7" fmla="*/ 1533 w 1560"/>
              <a:gd name="p0y7" fmla="*/ 637 h 637"/>
              <a:gd name="p0x8" fmla="*/ 1500 w 1560"/>
              <a:gd name="p0y8" fmla="*/ 637 h 637"/>
              <a:gd name="p0x9" fmla="*/ 60 w 1560"/>
              <a:gd name="p0y9" fmla="*/ 637 h 637"/>
              <a:gd name="p0x10" fmla="*/ 26 w 1560"/>
              <a:gd name="p0y10" fmla="*/ 637 h 637"/>
              <a:gd name="p0x11" fmla="*/ 0 w 1560"/>
              <a:gd name="p0y11" fmla="*/ 610 h 637"/>
              <a:gd name="p0x12" fmla="*/ 0 w 1560"/>
              <a:gd name="p0y12" fmla="*/ 577 h 637"/>
              <a:gd name="p0x13" fmla="*/ 0 w 1560"/>
              <a:gd name="p0y13" fmla="*/ 60 h 637"/>
              <a:gd name="p0x14" fmla="*/ 0 w 1560"/>
              <a:gd name="p0y14" fmla="*/ 26 h 637"/>
              <a:gd name="p0x15" fmla="*/ 26 w 1560"/>
              <a:gd name="p0y15" fmla="*/ 0 h 637"/>
              <a:gd name="p0x16" fmla="*/ 60 w 1560"/>
              <a:gd name="p0y16" fmla="*/ 0 h 637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文本框 68"/>
          <p:cNvSpPr txBox="1"/>
          <p:nvPr>
            <p:custDataLst>
              <p:tags r:id="rId72"/>
            </p:custDataLst>
          </p:nvPr>
        </p:nvSpPr>
        <p:spPr>
          <a:xfrm>
            <a:off x="7064645" y="5155406"/>
            <a:ext cx="952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>
                <a:solidFill>
                  <a:srgbClr val="7A483E"/>
                </a:solidFill>
                <a:latin typeface="微软雅黑" panose="020B0503020204020204" charset="-122"/>
                <a:ea typeface="微软雅黑" panose="020B0503020204020204" charset="-122"/>
              </a:rPr>
              <a:t>开发环境</a:t>
            </a:r>
            <a:endParaRPr sz="1500">
              <a:solidFill>
                <a:srgbClr val="7A483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任意多边形 69"/>
          <p:cNvSpPr/>
          <p:nvPr>
            <p:custDataLst>
              <p:tags r:id="rId73"/>
            </p:custDataLst>
          </p:nvPr>
        </p:nvSpPr>
        <p:spPr>
          <a:xfrm>
            <a:off x="8054975" y="5078730"/>
            <a:ext cx="990600" cy="405130"/>
          </a:xfrm>
          <a:custGeom>
            <a:avLst/>
            <a:gdLst>
              <a:gd name="sw" fmla="*/ 1 w 1560"/>
              <a:gd name="sh" fmla="*/ 1 h 637"/>
              <a:gd name="mins" fmla="min sw sh"/>
              <a:gd name="dsw" fmla="+- 0 sw mins"/>
              <a:gd name="dsh" fmla="+- 0 sh mins"/>
              <a:gd name="p0x0" fmla="*/ 60 w 1560"/>
              <a:gd name="p0y0" fmla="*/ 0 h 637"/>
              <a:gd name="p0x1" fmla="*/ 1500 w 1560"/>
              <a:gd name="p0y1" fmla="*/ 0 h 637"/>
              <a:gd name="p0x2" fmla="*/ 1533 w 1560"/>
              <a:gd name="p0y2" fmla="*/ 0 h 637"/>
              <a:gd name="p0x3" fmla="*/ 1560 w 1560"/>
              <a:gd name="p0y3" fmla="*/ 26 h 637"/>
              <a:gd name="p0x4" fmla="*/ 1560 w 1560"/>
              <a:gd name="p0y4" fmla="*/ 60 h 637"/>
              <a:gd name="p0x5" fmla="*/ 1560 w 1560"/>
              <a:gd name="p0y5" fmla="*/ 577 h 637"/>
              <a:gd name="p0x6" fmla="*/ 1560 w 1560"/>
              <a:gd name="p0y6" fmla="*/ 610 h 637"/>
              <a:gd name="p0x7" fmla="*/ 1533 w 1560"/>
              <a:gd name="p0y7" fmla="*/ 637 h 637"/>
              <a:gd name="p0x8" fmla="*/ 1500 w 1560"/>
              <a:gd name="p0y8" fmla="*/ 637 h 637"/>
              <a:gd name="p0x9" fmla="*/ 60 w 1560"/>
              <a:gd name="p0y9" fmla="*/ 637 h 637"/>
              <a:gd name="p0x10" fmla="*/ 26 w 1560"/>
              <a:gd name="p0y10" fmla="*/ 637 h 637"/>
              <a:gd name="p0x11" fmla="*/ 0 w 1560"/>
              <a:gd name="p0y11" fmla="*/ 610 h 637"/>
              <a:gd name="p0x12" fmla="*/ 0 w 1560"/>
              <a:gd name="p0y12" fmla="*/ 577 h 637"/>
              <a:gd name="p0x13" fmla="*/ 0 w 1560"/>
              <a:gd name="p0y13" fmla="*/ 60 h 637"/>
              <a:gd name="p0x14" fmla="*/ 0 w 1560"/>
              <a:gd name="p0y14" fmla="*/ 26 h 637"/>
              <a:gd name="p0x15" fmla="*/ 26 w 1560"/>
              <a:gd name="p0y15" fmla="*/ 0 h 637"/>
              <a:gd name="p0x16" fmla="*/ 60 w 1560"/>
              <a:gd name="p0y16" fmla="*/ 0 h 637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CF7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文本框 70"/>
          <p:cNvSpPr txBox="1"/>
          <p:nvPr>
            <p:custDataLst>
              <p:tags r:id="rId74"/>
            </p:custDataLst>
          </p:nvPr>
        </p:nvSpPr>
        <p:spPr>
          <a:xfrm>
            <a:off x="8169545" y="5155406"/>
            <a:ext cx="952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>
                <a:solidFill>
                  <a:srgbClr val="2F5F59"/>
                </a:solidFill>
                <a:latin typeface="微软雅黑" panose="020B0503020204020204" charset="-122"/>
                <a:ea typeface="微软雅黑" panose="020B0503020204020204" charset="-122"/>
              </a:rPr>
              <a:t>生产环境</a:t>
            </a:r>
            <a:endParaRPr sz="1500">
              <a:solidFill>
                <a:srgbClr val="2F5F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文本框 71"/>
          <p:cNvSpPr txBox="1"/>
          <p:nvPr>
            <p:custDataLst>
              <p:tags r:id="rId75"/>
            </p:custDataLst>
          </p:nvPr>
        </p:nvSpPr>
        <p:spPr>
          <a:xfrm>
            <a:off x="6950345" y="5636419"/>
            <a:ext cx="447013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Docker Compose </a:t>
            </a:r>
            <a:r>
              <a:rPr lang="zh-CN"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双环境配置</a:t>
            </a:r>
            <a:endParaRPr lang="zh-CN" sz="135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数据库设计</a:t>
            </a:r>
            <a:endParaRPr sz="3000"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571500" y="1123950"/>
          <a:ext cx="11049000" cy="3829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/>
                <a:gridCol w="3810000"/>
                <a:gridCol w="6477000"/>
              </a:tblGrid>
              <a:tr h="440977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E1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版本</a:t>
                      </a:r>
                      <a:endParaRPr sz="1350" b="1">
                        <a:solidFill>
                          <a:srgbClr val="2E130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E1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新增表</a:t>
                      </a:r>
                      <a:endParaRPr sz="1350" b="1">
                        <a:solidFill>
                          <a:srgbClr val="2E130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E1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说明</a:t>
                      </a:r>
                      <a:endParaRPr sz="1350" b="1">
                        <a:solidFill>
                          <a:srgbClr val="2E130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1498101">
                <a:tc>
                  <a:txBody>
                    <a:bodyPr/>
                    <a:lstStyle/>
                    <a:p>
                      <a:pPr algn="l"/>
                      <a:r>
                        <a:rPr sz="1415" b="1" spc="-14">
                          <a:solidFill>
                            <a:srgbClr val="2E1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V1</a:t>
                      </a:r>
                      <a:endParaRPr sz="1415" b="1" spc="-14">
                        <a:solidFill>
                          <a:srgbClr val="2E130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A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E1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user · task · order_info · wallet_transaction</a:t>
                      </a:r>
                      <a:endParaRPr sz="1350" b="0">
                        <a:solidFill>
                          <a:srgbClr val="2E130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A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E1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核心业务骨架</a:t>
                      </a:r>
                      <a:endParaRPr sz="1350" b="0">
                        <a:solidFill>
                          <a:srgbClr val="2E130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AF9F9"/>
                    </a:solidFill>
                  </a:tcPr>
                </a:tc>
              </a:tr>
              <a:tr h="934789">
                <a:tc>
                  <a:txBody>
                    <a:bodyPr/>
                    <a:lstStyle/>
                    <a:p>
                      <a:pPr algn="l"/>
                      <a:r>
                        <a:rPr sz="1415" b="1" spc="-14">
                          <a:solidFill>
                            <a:srgbClr val="2E1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V2</a:t>
                      </a:r>
                      <a:endParaRPr sz="1415" b="1" spc="-14">
                        <a:solidFill>
                          <a:srgbClr val="2E130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A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E1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review · location_record · notification</a:t>
                      </a:r>
                      <a:endParaRPr sz="1350" b="0">
                        <a:solidFill>
                          <a:srgbClr val="2E130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A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350" b="0">
                          <a:solidFill>
                            <a:srgbClr val="2E1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评价</a:t>
                      </a:r>
                      <a:r>
                        <a:rPr lang="en-US" altLang="zh-CN" sz="1350" b="0">
                          <a:solidFill>
                            <a:srgbClr val="2E1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+ </a:t>
                      </a:r>
                      <a:r>
                        <a:rPr lang="zh-CN" altLang="en-US" sz="1350" b="0">
                          <a:solidFill>
                            <a:srgbClr val="2E1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位置</a:t>
                      </a:r>
                      <a:r>
                        <a:rPr lang="en-US" altLang="zh-CN" sz="1350" b="0">
                          <a:solidFill>
                            <a:srgbClr val="2E1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+ </a:t>
                      </a:r>
                      <a:r>
                        <a:rPr lang="zh-CN" altLang="en-US" sz="1350" b="0">
                          <a:solidFill>
                            <a:srgbClr val="2E1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系统通知</a:t>
                      </a:r>
                      <a:endParaRPr lang="zh-CN" altLang="en-US" sz="1350" b="0">
                        <a:solidFill>
                          <a:srgbClr val="2E130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AF9F9"/>
                    </a:solidFill>
                  </a:tcPr>
                </a:tc>
              </a:tr>
              <a:tr h="955176">
                <a:tc>
                  <a:txBody>
                    <a:bodyPr/>
                    <a:lstStyle/>
                    <a:p>
                      <a:pPr algn="l"/>
                      <a:r>
                        <a:rPr sz="1415" b="1" spc="-14">
                          <a:solidFill>
                            <a:srgbClr val="2E1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V3</a:t>
                      </a:r>
                      <a:endParaRPr sz="1415" b="1" spc="-14">
                        <a:solidFill>
                          <a:srgbClr val="2E130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A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E1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message</a:t>
                      </a:r>
                      <a:endParaRPr sz="1350" b="0">
                        <a:solidFill>
                          <a:srgbClr val="2E130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A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E1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站内实时聊天</a:t>
                      </a:r>
                      <a:endParaRPr sz="1350" b="0">
                        <a:solidFill>
                          <a:srgbClr val="2E130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AF9F9"/>
                    </a:solidFill>
                  </a:tcPr>
                </a:tc>
              </a:tr>
            </a:tbl>
          </a:graphicData>
        </a:graphic>
      </p:graphicFrame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575945" y="5147945"/>
            <a:ext cx="3546475" cy="1323975"/>
          </a:xfrm>
          <a:custGeom>
            <a:avLst/>
            <a:gdLst>
              <a:gd name="sw" fmla="*/ 1 w 5585"/>
              <a:gd name="sh" fmla="*/ 1 h 2085"/>
              <a:gd name="mins" fmla="min sw sh"/>
              <a:gd name="dsw" fmla="+- 0 sw mins"/>
              <a:gd name="dsh" fmla="+- 0 sh mins"/>
              <a:gd name="p0x0" fmla="*/ 150 w 5585"/>
              <a:gd name="p0y0" fmla="*/ 0 h 2085"/>
              <a:gd name="p0x1" fmla="*/ 5435 w 5585"/>
              <a:gd name="p0y1" fmla="*/ 0 h 2085"/>
              <a:gd name="p0x2" fmla="*/ 5517 w 5585"/>
              <a:gd name="p0y2" fmla="*/ 0 h 2085"/>
              <a:gd name="p0x3" fmla="*/ 5585 w 5585"/>
              <a:gd name="p0y3" fmla="*/ 67 h 2085"/>
              <a:gd name="p0x4" fmla="*/ 5585 w 5585"/>
              <a:gd name="p0y4" fmla="*/ 150 h 2085"/>
              <a:gd name="p0x5" fmla="*/ 5585 w 5585"/>
              <a:gd name="p0y5" fmla="*/ 1935 h 2085"/>
              <a:gd name="p0x6" fmla="*/ 5585 w 5585"/>
              <a:gd name="p0y6" fmla="*/ 2017 h 2085"/>
              <a:gd name="p0x7" fmla="*/ 5517 w 5585"/>
              <a:gd name="p0y7" fmla="*/ 2085 h 2085"/>
              <a:gd name="p0x8" fmla="*/ 5435 w 5585"/>
              <a:gd name="p0y8" fmla="*/ 2085 h 2085"/>
              <a:gd name="p0x9" fmla="*/ 150 w 5585"/>
              <a:gd name="p0y9" fmla="*/ 2085 h 2085"/>
              <a:gd name="p0x10" fmla="*/ 67 w 5585"/>
              <a:gd name="p0y10" fmla="*/ 2085 h 2085"/>
              <a:gd name="p0x11" fmla="*/ 0 w 5585"/>
              <a:gd name="p0y11" fmla="*/ 2017 h 2085"/>
              <a:gd name="p0x12" fmla="*/ 0 w 5585"/>
              <a:gd name="p0y12" fmla="*/ 1935 h 2085"/>
              <a:gd name="p0x13" fmla="*/ 0 w 5585"/>
              <a:gd name="p0y13" fmla="*/ 150 h 2085"/>
              <a:gd name="p0x14" fmla="*/ 0 w 5585"/>
              <a:gd name="p0y14" fmla="*/ 67 h 2085"/>
              <a:gd name="p0x15" fmla="*/ 67 w 5585"/>
              <a:gd name="p0y15" fmla="*/ 0 h 2085"/>
              <a:gd name="p0x16" fmla="*/ 150 w 5585"/>
              <a:gd name="p0y16" fmla="*/ 0 h 208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9F9"/>
          </a:solidFill>
          <a:ln w="9525" cmpd="sng">
            <a:solidFill>
              <a:srgbClr val="E8DDD9"/>
            </a:solidFill>
            <a:prstDash val="solid"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771525" y="532955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-1458" t="-1212" r="-1458" b="-1212"/>
          <a:stretch>
            <a:fillRect/>
          </a:stretch>
        </p:blipFill>
        <p:spPr>
          <a:xfrm>
            <a:off x="864235" y="5391150"/>
            <a:ext cx="156845" cy="214630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1228725" y="5342944"/>
            <a:ext cx="18288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唯一约束防重复</a:t>
            </a:r>
            <a:endParaRPr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771525" y="5757653"/>
            <a:ext cx="3155975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en-US" altLang="en-US"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order_info.task_id </a:t>
            </a:r>
            <a:r>
              <a:rPr lang="zh-CN" altLang="en-US"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唯一约束</a:t>
            </a:r>
            <a:r>
              <a:rPr lang="en-US" altLang="zh-CN"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防重复接单</a:t>
            </a:r>
            <a:endParaRPr lang="zh-CN" altLang="en-US" sz="135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10"/>
            </p:custDataLst>
          </p:nvPr>
        </p:nvSpPr>
        <p:spPr>
          <a:xfrm>
            <a:off x="4322445" y="5147945"/>
            <a:ext cx="3546475" cy="1323975"/>
          </a:xfrm>
          <a:custGeom>
            <a:avLst/>
            <a:gdLst>
              <a:gd name="sw" fmla="*/ 1 w 5585"/>
              <a:gd name="sh" fmla="*/ 1 h 2085"/>
              <a:gd name="mins" fmla="min sw sh"/>
              <a:gd name="dsw" fmla="+- 0 sw mins"/>
              <a:gd name="dsh" fmla="+- 0 sh mins"/>
              <a:gd name="p0x0" fmla="*/ 150 w 5585"/>
              <a:gd name="p0y0" fmla="*/ 0 h 2085"/>
              <a:gd name="p0x1" fmla="*/ 5435 w 5585"/>
              <a:gd name="p0y1" fmla="*/ 0 h 2085"/>
              <a:gd name="p0x2" fmla="*/ 5517 w 5585"/>
              <a:gd name="p0y2" fmla="*/ 0 h 2085"/>
              <a:gd name="p0x3" fmla="*/ 5585 w 5585"/>
              <a:gd name="p0y3" fmla="*/ 67 h 2085"/>
              <a:gd name="p0x4" fmla="*/ 5585 w 5585"/>
              <a:gd name="p0y4" fmla="*/ 150 h 2085"/>
              <a:gd name="p0x5" fmla="*/ 5585 w 5585"/>
              <a:gd name="p0y5" fmla="*/ 1935 h 2085"/>
              <a:gd name="p0x6" fmla="*/ 5585 w 5585"/>
              <a:gd name="p0y6" fmla="*/ 2017 h 2085"/>
              <a:gd name="p0x7" fmla="*/ 5517 w 5585"/>
              <a:gd name="p0y7" fmla="*/ 2085 h 2085"/>
              <a:gd name="p0x8" fmla="*/ 5435 w 5585"/>
              <a:gd name="p0y8" fmla="*/ 2085 h 2085"/>
              <a:gd name="p0x9" fmla="*/ 150 w 5585"/>
              <a:gd name="p0y9" fmla="*/ 2085 h 2085"/>
              <a:gd name="p0x10" fmla="*/ 67 w 5585"/>
              <a:gd name="p0y10" fmla="*/ 2085 h 2085"/>
              <a:gd name="p0x11" fmla="*/ 0 w 5585"/>
              <a:gd name="p0y11" fmla="*/ 2017 h 2085"/>
              <a:gd name="p0x12" fmla="*/ 0 w 5585"/>
              <a:gd name="p0y12" fmla="*/ 1935 h 2085"/>
              <a:gd name="p0x13" fmla="*/ 0 w 5585"/>
              <a:gd name="p0y13" fmla="*/ 150 h 2085"/>
              <a:gd name="p0x14" fmla="*/ 0 w 5585"/>
              <a:gd name="p0y14" fmla="*/ 67 h 2085"/>
              <a:gd name="p0x15" fmla="*/ 67 w 5585"/>
              <a:gd name="p0y15" fmla="*/ 0 h 2085"/>
              <a:gd name="p0x16" fmla="*/ 150 w 5585"/>
              <a:gd name="p0y16" fmla="*/ 0 h 208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9F9"/>
          </a:solidFill>
          <a:ln w="9525" cmpd="sng">
            <a:solidFill>
              <a:srgbClr val="E8DDD9"/>
            </a:solidFill>
            <a:prstDash val="solid"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>
            <p:custDataLst>
              <p:tags r:id="rId11"/>
            </p:custDataLst>
          </p:nvPr>
        </p:nvSpPr>
        <p:spPr>
          <a:xfrm>
            <a:off x="4518025" y="532955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-7361" t="-3651" r="-7361" b="-3651"/>
          <a:stretch>
            <a:fillRect/>
          </a:stretch>
        </p:blipFill>
        <p:spPr>
          <a:xfrm>
            <a:off x="4558030" y="5391150"/>
            <a:ext cx="262255" cy="214630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15"/>
            </p:custDataLst>
          </p:nvPr>
        </p:nvSpPr>
        <p:spPr>
          <a:xfrm>
            <a:off x="4975251" y="5342944"/>
            <a:ext cx="16002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统一账务处理</a:t>
            </a:r>
            <a:endParaRPr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6"/>
            </p:custDataLst>
          </p:nvPr>
        </p:nvSpPr>
        <p:spPr>
          <a:xfrm>
            <a:off x="4518051" y="5757653"/>
            <a:ext cx="3155975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en-US" altLang="en-US"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wallet_transaction </a:t>
            </a:r>
            <a:r>
              <a:rPr lang="zh-CN" altLang="en-US"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正负金额</a:t>
            </a:r>
            <a:r>
              <a:rPr lang="en-US" altLang="zh-CN"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统一入账</a:t>
            </a:r>
            <a:r>
              <a:rPr lang="en-US" altLang="zh-CN"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出账</a:t>
            </a:r>
            <a:endParaRPr lang="zh-CN" altLang="en-US" sz="135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17"/>
            </p:custDataLst>
          </p:nvPr>
        </p:nvSpPr>
        <p:spPr>
          <a:xfrm>
            <a:off x="8068945" y="5147945"/>
            <a:ext cx="3546475" cy="1323975"/>
          </a:xfrm>
          <a:custGeom>
            <a:avLst/>
            <a:gdLst>
              <a:gd name="sw" fmla="*/ 1 w 5585"/>
              <a:gd name="sh" fmla="*/ 1 h 2085"/>
              <a:gd name="mins" fmla="min sw sh"/>
              <a:gd name="dsw" fmla="+- 0 sw mins"/>
              <a:gd name="dsh" fmla="+- 0 sh mins"/>
              <a:gd name="p0x0" fmla="*/ 150 w 5585"/>
              <a:gd name="p0y0" fmla="*/ 0 h 2085"/>
              <a:gd name="p0x1" fmla="*/ 5435 w 5585"/>
              <a:gd name="p0y1" fmla="*/ 0 h 2085"/>
              <a:gd name="p0x2" fmla="*/ 5517 w 5585"/>
              <a:gd name="p0y2" fmla="*/ 0 h 2085"/>
              <a:gd name="p0x3" fmla="*/ 5585 w 5585"/>
              <a:gd name="p0y3" fmla="*/ 67 h 2085"/>
              <a:gd name="p0x4" fmla="*/ 5585 w 5585"/>
              <a:gd name="p0y4" fmla="*/ 150 h 2085"/>
              <a:gd name="p0x5" fmla="*/ 5585 w 5585"/>
              <a:gd name="p0y5" fmla="*/ 1935 h 2085"/>
              <a:gd name="p0x6" fmla="*/ 5585 w 5585"/>
              <a:gd name="p0y6" fmla="*/ 2017 h 2085"/>
              <a:gd name="p0x7" fmla="*/ 5517 w 5585"/>
              <a:gd name="p0y7" fmla="*/ 2085 h 2085"/>
              <a:gd name="p0x8" fmla="*/ 5435 w 5585"/>
              <a:gd name="p0y8" fmla="*/ 2085 h 2085"/>
              <a:gd name="p0x9" fmla="*/ 150 w 5585"/>
              <a:gd name="p0y9" fmla="*/ 2085 h 2085"/>
              <a:gd name="p0x10" fmla="*/ 67 w 5585"/>
              <a:gd name="p0y10" fmla="*/ 2085 h 2085"/>
              <a:gd name="p0x11" fmla="*/ 0 w 5585"/>
              <a:gd name="p0y11" fmla="*/ 2017 h 2085"/>
              <a:gd name="p0x12" fmla="*/ 0 w 5585"/>
              <a:gd name="p0y12" fmla="*/ 1935 h 2085"/>
              <a:gd name="p0x13" fmla="*/ 0 w 5585"/>
              <a:gd name="p0y13" fmla="*/ 150 h 2085"/>
              <a:gd name="p0x14" fmla="*/ 0 w 5585"/>
              <a:gd name="p0y14" fmla="*/ 67 h 2085"/>
              <a:gd name="p0x15" fmla="*/ 67 w 5585"/>
              <a:gd name="p0y15" fmla="*/ 0 h 2085"/>
              <a:gd name="p0x16" fmla="*/ 150 w 5585"/>
              <a:gd name="p0y16" fmla="*/ 0 h 208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9F9"/>
          </a:solidFill>
          <a:ln w="9525" cmpd="sng">
            <a:solidFill>
              <a:srgbClr val="E8DDD9"/>
            </a:solidFill>
            <a:prstDash val="solid"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 15"/>
          <p:cNvSpPr/>
          <p:nvPr>
            <p:custDataLst>
              <p:tags r:id="rId18"/>
            </p:custDataLst>
          </p:nvPr>
        </p:nvSpPr>
        <p:spPr>
          <a:xfrm>
            <a:off x="8264525" y="532955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 l="-2949" t="-3651" r="-2949" b="-3651"/>
          <a:stretch>
            <a:fillRect/>
          </a:stretch>
        </p:blipFill>
        <p:spPr>
          <a:xfrm>
            <a:off x="8304530" y="5391150"/>
            <a:ext cx="262255" cy="21463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22"/>
            </p:custDataLst>
          </p:nvPr>
        </p:nvSpPr>
        <p:spPr>
          <a:xfrm>
            <a:off x="8721776" y="5342944"/>
            <a:ext cx="18288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团队协作零踩坑</a:t>
            </a:r>
            <a:endParaRPr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23"/>
            </p:custDataLst>
          </p:nvPr>
        </p:nvSpPr>
        <p:spPr>
          <a:xfrm>
            <a:off x="8264576" y="5757653"/>
            <a:ext cx="3155975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en-US" altLang="en-US"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Flyway </a:t>
            </a:r>
            <a:r>
              <a:rPr lang="zh-CN" altLang="en-US"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按版本顺序执行</a:t>
            </a:r>
            <a:r>
              <a:rPr lang="en-US" altLang="zh-CN"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团队协作零踩坑</a:t>
            </a:r>
            <a:endParaRPr lang="zh-CN" altLang="en-US" sz="135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功能演示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en-US"/>
              <a:t>03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任务广场与发布</a:t>
            </a:r>
            <a:endParaRPr sz="3000"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3367405" cy="5362575"/>
          </a:xfrm>
          <a:custGeom>
            <a:avLst/>
            <a:gdLst>
              <a:gd name="sw" fmla="*/ 1 w 5303"/>
              <a:gd name="sh" fmla="*/ 1 h 8445"/>
              <a:gd name="mins" fmla="min sw sh"/>
              <a:gd name="dsw" fmla="+- 0 sw mins"/>
              <a:gd name="dsh" fmla="+- 0 sh mins"/>
              <a:gd name="p0x0" fmla="*/ 150 w 5303"/>
              <a:gd name="p0y0" fmla="*/ 0 h 8445"/>
              <a:gd name="p0x1" fmla="*/ 5153 w 5303"/>
              <a:gd name="p0y1" fmla="*/ 0 h 8445"/>
              <a:gd name="p0x2" fmla="*/ 5236 w 5303"/>
              <a:gd name="p0y2" fmla="*/ 0 h 8445"/>
              <a:gd name="p0x3" fmla="*/ 5303 w 5303"/>
              <a:gd name="p0y3" fmla="*/ 67 h 8445"/>
              <a:gd name="p0x4" fmla="*/ 5303 w 5303"/>
              <a:gd name="p0y4" fmla="*/ 150 h 8445"/>
              <a:gd name="p0x5" fmla="*/ 5303 w 5303"/>
              <a:gd name="p0y5" fmla="*/ 8295 h 8445"/>
              <a:gd name="p0x6" fmla="*/ 5303 w 5303"/>
              <a:gd name="p0y6" fmla="*/ 8377 h 8445"/>
              <a:gd name="p0x7" fmla="*/ 5236 w 5303"/>
              <a:gd name="p0y7" fmla="*/ 8445 h 8445"/>
              <a:gd name="p0x8" fmla="*/ 5153 w 5303"/>
              <a:gd name="p0y8" fmla="*/ 8445 h 8445"/>
              <a:gd name="p0x9" fmla="*/ 150 w 5303"/>
              <a:gd name="p0y9" fmla="*/ 8445 h 8445"/>
              <a:gd name="p0x10" fmla="*/ 67 w 5303"/>
              <a:gd name="p0y10" fmla="*/ 8445 h 8445"/>
              <a:gd name="p0x11" fmla="*/ 0 w 5303"/>
              <a:gd name="p0y11" fmla="*/ 8377 h 8445"/>
              <a:gd name="p0x12" fmla="*/ 0 w 5303"/>
              <a:gd name="p0y12" fmla="*/ 8295 h 8445"/>
              <a:gd name="p0x13" fmla="*/ 0 w 5303"/>
              <a:gd name="p0y13" fmla="*/ 150 h 8445"/>
              <a:gd name="p0x14" fmla="*/ 0 w 5303"/>
              <a:gd name="p0y14" fmla="*/ 67 h 8445"/>
              <a:gd name="p0x15" fmla="*/ 67 w 5303"/>
              <a:gd name="p0y15" fmla="*/ 0 h 8445"/>
              <a:gd name="p0x16" fmla="*/ 150 w 5303"/>
              <a:gd name="p0y16" fmla="*/ 0 h 844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9F9"/>
          </a:solidFill>
          <a:ln w="9525" cmpd="sng">
            <a:solidFill>
              <a:srgbClr val="E8DDD9"/>
            </a:solidFill>
            <a:prstDash val="solid"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771525" y="13049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4167" t="-16333" r="-4167" b="-16333"/>
          <a:stretch>
            <a:fillRect/>
          </a:stretch>
        </p:blipFill>
        <p:spPr>
          <a:xfrm>
            <a:off x="857250" y="1385570"/>
            <a:ext cx="247650" cy="25273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304925" y="1331595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100" b="1">
                <a:solidFill>
                  <a:srgbClr val="E2AB9E"/>
                </a:solidFill>
                <a:latin typeface="微软雅黑" panose="020B0503020204020204" charset="-122"/>
                <a:ea typeface="微软雅黑" panose="020B0503020204020204" charset="-122"/>
              </a:rPr>
              <a:t>任务广场</a:t>
            </a:r>
            <a:endParaRPr sz="2100" b="1">
              <a:solidFill>
                <a:srgbClr val="E2AB9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8"/>
            </p:custDataLst>
          </p:nvPr>
        </p:nvSpPr>
        <p:spPr>
          <a:xfrm>
            <a:off x="771525" y="197993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-2381" t="-12593" r="-2381" b="-12593"/>
          <a:stretch>
            <a:fillRect/>
          </a:stretch>
        </p:blipFill>
        <p:spPr>
          <a:xfrm>
            <a:off x="838200" y="2041525"/>
            <a:ext cx="209550" cy="21463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12"/>
            </p:custDataLst>
          </p:nvPr>
        </p:nvSpPr>
        <p:spPr>
          <a:xfrm>
            <a:off x="1228725" y="1862138"/>
            <a:ext cx="19050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分类筛选</a:t>
            </a:r>
            <a:endParaRPr sz="1500"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3"/>
            </p:custDataLst>
          </p:nvPr>
        </p:nvSpPr>
        <p:spPr>
          <a:xfrm>
            <a:off x="1228725" y="2137410"/>
            <a:ext cx="20764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跑腿</a:t>
            </a:r>
            <a:r>
              <a:rPr lang="en-US" altLang="zh-CN"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代购</a:t>
            </a:r>
            <a:r>
              <a:rPr lang="en-US" altLang="zh-CN"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代拿</a:t>
            </a:r>
            <a:r>
              <a:rPr lang="en-US" altLang="zh-CN"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代办</a:t>
            </a:r>
            <a:endParaRPr lang="zh-CN" altLang="en-US" sz="135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4"/>
            </p:custDataLst>
          </p:nvPr>
        </p:nvSpPr>
        <p:spPr>
          <a:xfrm>
            <a:off x="771525" y="264477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l="-2083" t="-12593" r="-2083" b="-12593"/>
          <a:stretch>
            <a:fillRect/>
          </a:stretch>
        </p:blipFill>
        <p:spPr>
          <a:xfrm>
            <a:off x="823595" y="2706370"/>
            <a:ext cx="238125" cy="21463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18"/>
            </p:custDataLst>
          </p:nvPr>
        </p:nvSpPr>
        <p:spPr>
          <a:xfrm>
            <a:off x="1228725" y="2526954"/>
            <a:ext cx="2511771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卡片展示</a:t>
            </a:r>
            <a:endParaRPr sz="1500"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9"/>
            </p:custDataLst>
          </p:nvPr>
        </p:nvSpPr>
        <p:spPr>
          <a:xfrm>
            <a:off x="1228725" y="2802226"/>
            <a:ext cx="2683221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取件地点</a:t>
            </a:r>
            <a:r>
              <a:rPr lang="en-US" altLang="zh-CN"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送达地点、悬赏金额</a:t>
            </a:r>
            <a:endParaRPr lang="zh-CN" altLang="en-US" sz="135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20"/>
            </p:custDataLst>
          </p:nvPr>
        </p:nvSpPr>
        <p:spPr>
          <a:xfrm>
            <a:off x="1878965" y="6000750"/>
            <a:ext cx="762000" cy="276225"/>
          </a:xfrm>
          <a:custGeom>
            <a:avLst/>
            <a:gdLst>
              <a:gd name="sw" fmla="*/ 1 w 1200"/>
              <a:gd name="sh" fmla="*/ 1 h 435"/>
              <a:gd name="mins" fmla="min sw sh"/>
              <a:gd name="dsw" fmla="+- 0 sw mins"/>
              <a:gd name="dsh" fmla="+- 0 sh mins"/>
              <a:gd name="p0x0" fmla="*/ 60 w 1200"/>
              <a:gd name="p0y0" fmla="*/ 0 h 435"/>
              <a:gd name="p0x1" fmla="*/ 1140 w 1200"/>
              <a:gd name="p0y1" fmla="*/ 0 h 435"/>
              <a:gd name="p0x2" fmla="*/ 1173 w 1200"/>
              <a:gd name="p0y2" fmla="*/ 0 h 435"/>
              <a:gd name="p0x3" fmla="*/ 1200 w 1200"/>
              <a:gd name="p0y3" fmla="*/ 26 h 435"/>
              <a:gd name="p0x4" fmla="*/ 1200 w 1200"/>
              <a:gd name="p0y4" fmla="*/ 60 h 435"/>
              <a:gd name="p0x5" fmla="*/ 1200 w 1200"/>
              <a:gd name="p0y5" fmla="*/ 375 h 435"/>
              <a:gd name="p0x6" fmla="*/ 1200 w 1200"/>
              <a:gd name="p0y6" fmla="*/ 408 h 435"/>
              <a:gd name="p0x7" fmla="*/ 1173 w 1200"/>
              <a:gd name="p0y7" fmla="*/ 435 h 435"/>
              <a:gd name="p0x8" fmla="*/ 1140 w 1200"/>
              <a:gd name="p0y8" fmla="*/ 435 h 435"/>
              <a:gd name="p0x9" fmla="*/ 60 w 1200"/>
              <a:gd name="p0y9" fmla="*/ 435 h 435"/>
              <a:gd name="p0x10" fmla="*/ 26 w 1200"/>
              <a:gd name="p0y10" fmla="*/ 435 h 435"/>
              <a:gd name="p0x11" fmla="*/ 0 w 1200"/>
              <a:gd name="p0y11" fmla="*/ 408 h 435"/>
              <a:gd name="p0x12" fmla="*/ 0 w 1200"/>
              <a:gd name="p0y12" fmla="*/ 375 h 435"/>
              <a:gd name="p0x13" fmla="*/ 0 w 1200"/>
              <a:gd name="p0y13" fmla="*/ 60 h 435"/>
              <a:gd name="p0x14" fmla="*/ 0 w 1200"/>
              <a:gd name="p0y14" fmla="*/ 26 h 435"/>
              <a:gd name="p0x15" fmla="*/ 26 w 1200"/>
              <a:gd name="p0y15" fmla="*/ 0 h 435"/>
              <a:gd name="p0x16" fmla="*/ 60 w 1200"/>
              <a:gd name="p0y16" fmla="*/ 0 h 43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21"/>
            </p:custDataLst>
          </p:nvPr>
        </p:nvSpPr>
        <p:spPr>
          <a:xfrm>
            <a:off x="1955225" y="6038850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200">
                <a:solidFill>
                  <a:srgbClr val="9A8581"/>
                </a:solidFill>
                <a:latin typeface="微软雅黑" panose="020B0503020204020204" charset="-122"/>
                <a:ea typeface="微软雅黑" panose="020B0503020204020204" charset="-122"/>
              </a:rPr>
              <a:t>首页入口</a:t>
            </a:r>
            <a:endParaRPr sz="1200">
              <a:solidFill>
                <a:srgbClr val="9A8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22"/>
            </p:custDataLst>
          </p:nvPr>
        </p:nvSpPr>
        <p:spPr>
          <a:xfrm>
            <a:off x="4200525" y="1109345"/>
            <a:ext cx="3790315" cy="5362575"/>
          </a:xfrm>
          <a:custGeom>
            <a:avLst/>
            <a:gdLst>
              <a:gd name="sw" fmla="*/ 1 w 5968"/>
              <a:gd name="sh" fmla="*/ 1 h 8445"/>
              <a:gd name="mins" fmla="min sw sh"/>
              <a:gd name="dsw" fmla="+- 0 sw mins"/>
              <a:gd name="dsh" fmla="+- 0 sh mins"/>
              <a:gd name="p0x0" fmla="*/ 150 w 5968"/>
              <a:gd name="p0y0" fmla="*/ 0 h 8445"/>
              <a:gd name="p0x1" fmla="*/ 5818 w 5968"/>
              <a:gd name="p0y1" fmla="*/ 0 h 8445"/>
              <a:gd name="p0x2" fmla="*/ 5901 w 5968"/>
              <a:gd name="p0y2" fmla="*/ 0 h 8445"/>
              <a:gd name="p0x3" fmla="*/ 5968 w 5968"/>
              <a:gd name="p0y3" fmla="*/ 67 h 8445"/>
              <a:gd name="p0x4" fmla="*/ 5968 w 5968"/>
              <a:gd name="p0y4" fmla="*/ 150 h 8445"/>
              <a:gd name="p0x5" fmla="*/ 5968 w 5968"/>
              <a:gd name="p0y5" fmla="*/ 8295 h 8445"/>
              <a:gd name="p0x6" fmla="*/ 5968 w 5968"/>
              <a:gd name="p0y6" fmla="*/ 8377 h 8445"/>
              <a:gd name="p0x7" fmla="*/ 5901 w 5968"/>
              <a:gd name="p0y7" fmla="*/ 8445 h 8445"/>
              <a:gd name="p0x8" fmla="*/ 5818 w 5968"/>
              <a:gd name="p0y8" fmla="*/ 8445 h 8445"/>
              <a:gd name="p0x9" fmla="*/ 150 w 5968"/>
              <a:gd name="p0y9" fmla="*/ 8445 h 8445"/>
              <a:gd name="p0x10" fmla="*/ 67 w 5968"/>
              <a:gd name="p0y10" fmla="*/ 8445 h 8445"/>
              <a:gd name="p0x11" fmla="*/ 0 w 5968"/>
              <a:gd name="p0y11" fmla="*/ 8377 h 8445"/>
              <a:gd name="p0x12" fmla="*/ 0 w 5968"/>
              <a:gd name="p0y12" fmla="*/ 8295 h 8445"/>
              <a:gd name="p0x13" fmla="*/ 0 w 5968"/>
              <a:gd name="p0y13" fmla="*/ 150 h 8445"/>
              <a:gd name="p0x14" fmla="*/ 0 w 5968"/>
              <a:gd name="p0y14" fmla="*/ 67 h 8445"/>
              <a:gd name="p0x15" fmla="*/ 67 w 5968"/>
              <a:gd name="p0y15" fmla="*/ 0 h 8445"/>
              <a:gd name="p0x16" fmla="*/ 150 w 5968"/>
              <a:gd name="p0y16" fmla="*/ 0 h 844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5486C4"/>
          </a:solidFill>
          <a:ln w="9525" cmpd="sng">
            <a:solidFill>
              <a:srgbClr val="E8DDD9"/>
            </a:solidFill>
            <a:prstDash val="solid"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>
            <p:custDataLst>
              <p:tags r:id="rId23"/>
            </p:custDataLst>
          </p:nvPr>
        </p:nvSpPr>
        <p:spPr>
          <a:xfrm>
            <a:off x="4396105" y="13049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4481830" y="1385570"/>
            <a:ext cx="247650" cy="252730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27"/>
            </p:custDataLst>
          </p:nvPr>
        </p:nvSpPr>
        <p:spPr>
          <a:xfrm>
            <a:off x="4929787" y="1331595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发布任务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28"/>
            </p:custDataLst>
          </p:nvPr>
        </p:nvSpPr>
        <p:spPr>
          <a:xfrm>
            <a:off x="4396105" y="197993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 l="-7895" t="-6333" r="-7895" b="-6333"/>
          <a:stretch>
            <a:fillRect/>
          </a:stretch>
        </p:blipFill>
        <p:spPr>
          <a:xfrm>
            <a:off x="4462780" y="2041525"/>
            <a:ext cx="209550" cy="214630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32"/>
            </p:custDataLst>
          </p:nvPr>
        </p:nvSpPr>
        <p:spPr>
          <a:xfrm>
            <a:off x="4853587" y="1862138"/>
            <a:ext cx="19050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四分类切换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33"/>
            </p:custDataLst>
          </p:nvPr>
        </p:nvSpPr>
        <p:spPr>
          <a:xfrm>
            <a:off x="4853587" y="2137410"/>
            <a:ext cx="20764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跑腿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代购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代拿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代办</a:t>
            </a:r>
            <a:endParaRPr lang="zh-CN" altLang="en-US" sz="13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34"/>
            </p:custDataLst>
          </p:nvPr>
        </p:nvSpPr>
        <p:spPr>
          <a:xfrm>
            <a:off x="4396105" y="278193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7" name="图片 26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 l="-9710" t="-1212" r="-9710" b="-1212"/>
          <a:stretch>
            <a:fillRect/>
          </a:stretch>
        </p:blipFill>
        <p:spPr>
          <a:xfrm>
            <a:off x="4436745" y="2843530"/>
            <a:ext cx="261620" cy="214630"/>
          </a:xfrm>
          <a:prstGeom prst="rect">
            <a:avLst/>
          </a:prstGeom>
        </p:spPr>
      </p:pic>
      <p:sp>
        <p:nvSpPr>
          <p:cNvPr id="28" name="文本框 27"/>
          <p:cNvSpPr txBox="1"/>
          <p:nvPr>
            <p:custDataLst>
              <p:tags r:id="rId38"/>
            </p:custDataLst>
          </p:nvPr>
        </p:nvSpPr>
        <p:spPr>
          <a:xfrm>
            <a:off x="4853587" y="2526954"/>
            <a:ext cx="2942111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字段填写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39"/>
            </p:custDataLst>
          </p:nvPr>
        </p:nvSpPr>
        <p:spPr>
          <a:xfrm>
            <a:off x="4853587" y="2802226"/>
            <a:ext cx="2942111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标题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取件地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送达地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截止时间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悬赏金额</a:t>
            </a:r>
            <a:endParaRPr lang="zh-CN" altLang="en-US" sz="13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40"/>
            </p:custDataLst>
          </p:nvPr>
        </p:nvSpPr>
        <p:spPr>
          <a:xfrm>
            <a:off x="4396105" y="358457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 l="-4074" t="-1061" r="-4074" b="-1061"/>
          <a:stretch>
            <a:fillRect/>
          </a:stretch>
        </p:blipFill>
        <p:spPr>
          <a:xfrm>
            <a:off x="4474845" y="3646805"/>
            <a:ext cx="185420" cy="213995"/>
          </a:xfrm>
          <a:prstGeom prst="rect">
            <a:avLst/>
          </a:prstGeom>
        </p:spPr>
      </p:pic>
      <p:sp>
        <p:nvSpPr>
          <p:cNvPr id="32" name="文本框 31"/>
          <p:cNvSpPr txBox="1"/>
          <p:nvPr>
            <p:custDataLst>
              <p:tags r:id="rId44"/>
            </p:custDataLst>
          </p:nvPr>
        </p:nvSpPr>
        <p:spPr>
          <a:xfrm>
            <a:off x="4853587" y="3466062"/>
            <a:ext cx="2303707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快捷金额按钮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任意多边形 32"/>
          <p:cNvSpPr/>
          <p:nvPr>
            <p:custDataLst>
              <p:tags r:id="rId45"/>
            </p:custDataLst>
          </p:nvPr>
        </p:nvSpPr>
        <p:spPr>
          <a:xfrm>
            <a:off x="4853305" y="3756025"/>
            <a:ext cx="494665" cy="276225"/>
          </a:xfrm>
          <a:custGeom>
            <a:avLst/>
            <a:gdLst>
              <a:gd name="sw" fmla="*/ 1 w 779"/>
              <a:gd name="sh" fmla="*/ 1 h 435"/>
              <a:gd name="mins" fmla="min sw sh"/>
              <a:gd name="dsw" fmla="+- 0 sw mins"/>
              <a:gd name="dsh" fmla="+- 0 sh mins"/>
              <a:gd name="p0x0" fmla="*/ 60 w 779"/>
              <a:gd name="p0y0" fmla="*/ 0 h 435"/>
              <a:gd name="p0x1" fmla="*/ 719 w 779"/>
              <a:gd name="p0y1" fmla="*/ 0 h 435"/>
              <a:gd name="p0x2" fmla="*/ 752 w 779"/>
              <a:gd name="p0y2" fmla="*/ 0 h 435"/>
              <a:gd name="p0x3" fmla="*/ 779 w 779"/>
              <a:gd name="p0y3" fmla="*/ 26 h 435"/>
              <a:gd name="p0x4" fmla="*/ 779 w 779"/>
              <a:gd name="p0y4" fmla="*/ 60 h 435"/>
              <a:gd name="p0x5" fmla="*/ 779 w 779"/>
              <a:gd name="p0y5" fmla="*/ 375 h 435"/>
              <a:gd name="p0x6" fmla="*/ 779 w 779"/>
              <a:gd name="p0y6" fmla="*/ 408 h 435"/>
              <a:gd name="p0x7" fmla="*/ 752 w 779"/>
              <a:gd name="p0y7" fmla="*/ 435 h 435"/>
              <a:gd name="p0x8" fmla="*/ 719 w 779"/>
              <a:gd name="p0y8" fmla="*/ 435 h 435"/>
              <a:gd name="p0x9" fmla="*/ 60 w 779"/>
              <a:gd name="p0y9" fmla="*/ 435 h 435"/>
              <a:gd name="p0x10" fmla="*/ 26 w 779"/>
              <a:gd name="p0y10" fmla="*/ 435 h 435"/>
              <a:gd name="p0x11" fmla="*/ 0 w 779"/>
              <a:gd name="p0y11" fmla="*/ 408 h 435"/>
              <a:gd name="p0x12" fmla="*/ 0 w 779"/>
              <a:gd name="p0y12" fmla="*/ 375 h 435"/>
              <a:gd name="p0x13" fmla="*/ 0 w 779"/>
              <a:gd name="p0y13" fmla="*/ 60 h 435"/>
              <a:gd name="p0x14" fmla="*/ 0 w 779"/>
              <a:gd name="p0y14" fmla="*/ 26 h 435"/>
              <a:gd name="p0x15" fmla="*/ 26 w 779"/>
              <a:gd name="p0y15" fmla="*/ 0 h 435"/>
              <a:gd name="p0x16" fmla="*/ 60 w 779"/>
              <a:gd name="p0y16" fmla="*/ 0 h 43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>
            <p:custDataLst>
              <p:tags r:id="rId46"/>
            </p:custDataLst>
          </p:nvPr>
        </p:nvSpPr>
        <p:spPr>
          <a:xfrm>
            <a:off x="4929787" y="3794674"/>
            <a:ext cx="495005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+1</a:t>
            </a: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任意多边形 34"/>
          <p:cNvSpPr/>
          <p:nvPr>
            <p:custDataLst>
              <p:tags r:id="rId47"/>
            </p:custDataLst>
          </p:nvPr>
        </p:nvSpPr>
        <p:spPr>
          <a:xfrm>
            <a:off x="5424170" y="3756025"/>
            <a:ext cx="495300" cy="276225"/>
          </a:xfrm>
          <a:custGeom>
            <a:avLst/>
            <a:gdLst>
              <a:gd name="sw" fmla="*/ 1 w 779"/>
              <a:gd name="sh" fmla="*/ 1 h 435"/>
              <a:gd name="mins" fmla="min sw sh"/>
              <a:gd name="dsw" fmla="+- 0 sw mins"/>
              <a:gd name="dsh" fmla="+- 0 sh mins"/>
              <a:gd name="p0x0" fmla="*/ 60 w 779"/>
              <a:gd name="p0y0" fmla="*/ 0 h 435"/>
              <a:gd name="p0x1" fmla="*/ 719 w 779"/>
              <a:gd name="p0y1" fmla="*/ 0 h 435"/>
              <a:gd name="p0x2" fmla="*/ 752 w 779"/>
              <a:gd name="p0y2" fmla="*/ 0 h 435"/>
              <a:gd name="p0x3" fmla="*/ 779 w 779"/>
              <a:gd name="p0y3" fmla="*/ 26 h 435"/>
              <a:gd name="p0x4" fmla="*/ 779 w 779"/>
              <a:gd name="p0y4" fmla="*/ 60 h 435"/>
              <a:gd name="p0x5" fmla="*/ 779 w 779"/>
              <a:gd name="p0y5" fmla="*/ 375 h 435"/>
              <a:gd name="p0x6" fmla="*/ 779 w 779"/>
              <a:gd name="p0y6" fmla="*/ 408 h 435"/>
              <a:gd name="p0x7" fmla="*/ 752 w 779"/>
              <a:gd name="p0y7" fmla="*/ 435 h 435"/>
              <a:gd name="p0x8" fmla="*/ 719 w 779"/>
              <a:gd name="p0y8" fmla="*/ 435 h 435"/>
              <a:gd name="p0x9" fmla="*/ 60 w 779"/>
              <a:gd name="p0y9" fmla="*/ 435 h 435"/>
              <a:gd name="p0x10" fmla="*/ 26 w 779"/>
              <a:gd name="p0y10" fmla="*/ 435 h 435"/>
              <a:gd name="p0x11" fmla="*/ 0 w 779"/>
              <a:gd name="p0y11" fmla="*/ 408 h 435"/>
              <a:gd name="p0x12" fmla="*/ 0 w 779"/>
              <a:gd name="p0y12" fmla="*/ 375 h 435"/>
              <a:gd name="p0x13" fmla="*/ 0 w 779"/>
              <a:gd name="p0y13" fmla="*/ 60 h 435"/>
              <a:gd name="p0x14" fmla="*/ 0 w 779"/>
              <a:gd name="p0y14" fmla="*/ 26 h 435"/>
              <a:gd name="p0x15" fmla="*/ 26 w 779"/>
              <a:gd name="p0y15" fmla="*/ 0 h 435"/>
              <a:gd name="p0x16" fmla="*/ 60 w 779"/>
              <a:gd name="p0y16" fmla="*/ 0 h 43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>
            <p:custDataLst>
              <p:tags r:id="rId48"/>
            </p:custDataLst>
          </p:nvPr>
        </p:nvSpPr>
        <p:spPr>
          <a:xfrm>
            <a:off x="5500992" y="3794674"/>
            <a:ext cx="495005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+3</a:t>
            </a: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任意多边形 36"/>
          <p:cNvSpPr/>
          <p:nvPr>
            <p:custDataLst>
              <p:tags r:id="rId49"/>
            </p:custDataLst>
          </p:nvPr>
        </p:nvSpPr>
        <p:spPr>
          <a:xfrm>
            <a:off x="5995670" y="3756025"/>
            <a:ext cx="495300" cy="276225"/>
          </a:xfrm>
          <a:custGeom>
            <a:avLst/>
            <a:gdLst>
              <a:gd name="sw" fmla="*/ 1 w 779"/>
              <a:gd name="sh" fmla="*/ 1 h 435"/>
              <a:gd name="mins" fmla="min sw sh"/>
              <a:gd name="dsw" fmla="+- 0 sw mins"/>
              <a:gd name="dsh" fmla="+- 0 sh mins"/>
              <a:gd name="p0x0" fmla="*/ 60 w 779"/>
              <a:gd name="p0y0" fmla="*/ 0 h 435"/>
              <a:gd name="p0x1" fmla="*/ 719 w 779"/>
              <a:gd name="p0y1" fmla="*/ 0 h 435"/>
              <a:gd name="p0x2" fmla="*/ 752 w 779"/>
              <a:gd name="p0y2" fmla="*/ 0 h 435"/>
              <a:gd name="p0x3" fmla="*/ 779 w 779"/>
              <a:gd name="p0y3" fmla="*/ 26 h 435"/>
              <a:gd name="p0x4" fmla="*/ 779 w 779"/>
              <a:gd name="p0y4" fmla="*/ 60 h 435"/>
              <a:gd name="p0x5" fmla="*/ 779 w 779"/>
              <a:gd name="p0y5" fmla="*/ 375 h 435"/>
              <a:gd name="p0x6" fmla="*/ 779 w 779"/>
              <a:gd name="p0y6" fmla="*/ 408 h 435"/>
              <a:gd name="p0x7" fmla="*/ 752 w 779"/>
              <a:gd name="p0y7" fmla="*/ 435 h 435"/>
              <a:gd name="p0x8" fmla="*/ 719 w 779"/>
              <a:gd name="p0y8" fmla="*/ 435 h 435"/>
              <a:gd name="p0x9" fmla="*/ 60 w 779"/>
              <a:gd name="p0y9" fmla="*/ 435 h 435"/>
              <a:gd name="p0x10" fmla="*/ 26 w 779"/>
              <a:gd name="p0y10" fmla="*/ 435 h 435"/>
              <a:gd name="p0x11" fmla="*/ 0 w 779"/>
              <a:gd name="p0y11" fmla="*/ 408 h 435"/>
              <a:gd name="p0x12" fmla="*/ 0 w 779"/>
              <a:gd name="p0y12" fmla="*/ 375 h 435"/>
              <a:gd name="p0x13" fmla="*/ 0 w 779"/>
              <a:gd name="p0y13" fmla="*/ 60 h 435"/>
              <a:gd name="p0x14" fmla="*/ 0 w 779"/>
              <a:gd name="p0y14" fmla="*/ 26 h 435"/>
              <a:gd name="p0x15" fmla="*/ 26 w 779"/>
              <a:gd name="p0y15" fmla="*/ 0 h 435"/>
              <a:gd name="p0x16" fmla="*/ 60 w 779"/>
              <a:gd name="p0y16" fmla="*/ 0 h 43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>
            <p:custDataLst>
              <p:tags r:id="rId50"/>
            </p:custDataLst>
          </p:nvPr>
        </p:nvSpPr>
        <p:spPr>
          <a:xfrm>
            <a:off x="6072197" y="3794674"/>
            <a:ext cx="495005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+5</a:t>
            </a: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任意多边形 38"/>
          <p:cNvSpPr/>
          <p:nvPr>
            <p:custDataLst>
              <p:tags r:id="rId51"/>
            </p:custDataLst>
          </p:nvPr>
        </p:nvSpPr>
        <p:spPr>
          <a:xfrm>
            <a:off x="6567170" y="3756025"/>
            <a:ext cx="589915" cy="276225"/>
          </a:xfrm>
          <a:custGeom>
            <a:avLst/>
            <a:gdLst>
              <a:gd name="sw" fmla="*/ 1 w 929"/>
              <a:gd name="sh" fmla="*/ 1 h 435"/>
              <a:gd name="mins" fmla="min sw sh"/>
              <a:gd name="dsw" fmla="+- 0 sw mins"/>
              <a:gd name="dsh" fmla="+- 0 sh mins"/>
              <a:gd name="p0x0" fmla="*/ 60 w 929"/>
              <a:gd name="p0y0" fmla="*/ 0 h 435"/>
              <a:gd name="p0x1" fmla="*/ 869 w 929"/>
              <a:gd name="p0y1" fmla="*/ 0 h 435"/>
              <a:gd name="p0x2" fmla="*/ 902 w 929"/>
              <a:gd name="p0y2" fmla="*/ 0 h 435"/>
              <a:gd name="p0x3" fmla="*/ 929 w 929"/>
              <a:gd name="p0y3" fmla="*/ 26 h 435"/>
              <a:gd name="p0x4" fmla="*/ 929 w 929"/>
              <a:gd name="p0y4" fmla="*/ 60 h 435"/>
              <a:gd name="p0x5" fmla="*/ 929 w 929"/>
              <a:gd name="p0y5" fmla="*/ 375 h 435"/>
              <a:gd name="p0x6" fmla="*/ 929 w 929"/>
              <a:gd name="p0y6" fmla="*/ 408 h 435"/>
              <a:gd name="p0x7" fmla="*/ 902 w 929"/>
              <a:gd name="p0y7" fmla="*/ 435 h 435"/>
              <a:gd name="p0x8" fmla="*/ 869 w 929"/>
              <a:gd name="p0y8" fmla="*/ 435 h 435"/>
              <a:gd name="p0x9" fmla="*/ 60 w 929"/>
              <a:gd name="p0y9" fmla="*/ 435 h 435"/>
              <a:gd name="p0x10" fmla="*/ 26 w 929"/>
              <a:gd name="p0y10" fmla="*/ 435 h 435"/>
              <a:gd name="p0x11" fmla="*/ 0 w 929"/>
              <a:gd name="p0y11" fmla="*/ 408 h 435"/>
              <a:gd name="p0x12" fmla="*/ 0 w 929"/>
              <a:gd name="p0y12" fmla="*/ 375 h 435"/>
              <a:gd name="p0x13" fmla="*/ 0 w 929"/>
              <a:gd name="p0y13" fmla="*/ 60 h 435"/>
              <a:gd name="p0x14" fmla="*/ 0 w 929"/>
              <a:gd name="p0y14" fmla="*/ 26 h 435"/>
              <a:gd name="p0x15" fmla="*/ 26 w 929"/>
              <a:gd name="p0y15" fmla="*/ 0 h 435"/>
              <a:gd name="p0x16" fmla="*/ 60 w 929"/>
              <a:gd name="p0y16" fmla="*/ 0 h 43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>
            <p:custDataLst>
              <p:tags r:id="rId52"/>
            </p:custDataLst>
          </p:nvPr>
        </p:nvSpPr>
        <p:spPr>
          <a:xfrm>
            <a:off x="6643392" y="3794674"/>
            <a:ext cx="590102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+10</a:t>
            </a: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任意多边形 40"/>
          <p:cNvSpPr/>
          <p:nvPr>
            <p:custDataLst>
              <p:tags r:id="rId53"/>
            </p:custDataLst>
          </p:nvPr>
        </p:nvSpPr>
        <p:spPr>
          <a:xfrm>
            <a:off x="5715000" y="6000750"/>
            <a:ext cx="762000" cy="276225"/>
          </a:xfrm>
          <a:custGeom>
            <a:avLst/>
            <a:gdLst>
              <a:gd name="sw" fmla="*/ 1 w 1200"/>
              <a:gd name="sh" fmla="*/ 1 h 435"/>
              <a:gd name="mins" fmla="min sw sh"/>
              <a:gd name="dsw" fmla="+- 0 sw mins"/>
              <a:gd name="dsh" fmla="+- 0 sh mins"/>
              <a:gd name="p0x0" fmla="*/ 60 w 1200"/>
              <a:gd name="p0y0" fmla="*/ 0 h 435"/>
              <a:gd name="p0x1" fmla="*/ 1140 w 1200"/>
              <a:gd name="p0y1" fmla="*/ 0 h 435"/>
              <a:gd name="p0x2" fmla="*/ 1173 w 1200"/>
              <a:gd name="p0y2" fmla="*/ 0 h 435"/>
              <a:gd name="p0x3" fmla="*/ 1200 w 1200"/>
              <a:gd name="p0y3" fmla="*/ 26 h 435"/>
              <a:gd name="p0x4" fmla="*/ 1200 w 1200"/>
              <a:gd name="p0y4" fmla="*/ 60 h 435"/>
              <a:gd name="p0x5" fmla="*/ 1200 w 1200"/>
              <a:gd name="p0y5" fmla="*/ 375 h 435"/>
              <a:gd name="p0x6" fmla="*/ 1200 w 1200"/>
              <a:gd name="p0y6" fmla="*/ 408 h 435"/>
              <a:gd name="p0x7" fmla="*/ 1173 w 1200"/>
              <a:gd name="p0y7" fmla="*/ 435 h 435"/>
              <a:gd name="p0x8" fmla="*/ 1140 w 1200"/>
              <a:gd name="p0y8" fmla="*/ 435 h 435"/>
              <a:gd name="p0x9" fmla="*/ 60 w 1200"/>
              <a:gd name="p0y9" fmla="*/ 435 h 435"/>
              <a:gd name="p0x10" fmla="*/ 26 w 1200"/>
              <a:gd name="p0y10" fmla="*/ 435 h 435"/>
              <a:gd name="p0x11" fmla="*/ 0 w 1200"/>
              <a:gd name="p0y11" fmla="*/ 408 h 435"/>
              <a:gd name="p0x12" fmla="*/ 0 w 1200"/>
              <a:gd name="p0y12" fmla="*/ 375 h 435"/>
              <a:gd name="p0x13" fmla="*/ 0 w 1200"/>
              <a:gd name="p0y13" fmla="*/ 60 h 435"/>
              <a:gd name="p0x14" fmla="*/ 0 w 1200"/>
              <a:gd name="p0y14" fmla="*/ 26 h 435"/>
              <a:gd name="p0x15" fmla="*/ 26 w 1200"/>
              <a:gd name="p0y15" fmla="*/ 0 h 435"/>
              <a:gd name="p0x16" fmla="*/ 60 w 1200"/>
              <a:gd name="p0y16" fmla="*/ 0 h 43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>
            <p:custDataLst>
              <p:tags r:id="rId54"/>
            </p:custDataLst>
          </p:nvPr>
        </p:nvSpPr>
        <p:spPr>
          <a:xfrm>
            <a:off x="5791210" y="6038850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核心功能</a:t>
            </a:r>
            <a:endParaRPr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任意多边形 42"/>
          <p:cNvSpPr/>
          <p:nvPr>
            <p:custDataLst>
              <p:tags r:id="rId55"/>
            </p:custDataLst>
          </p:nvPr>
        </p:nvSpPr>
        <p:spPr>
          <a:xfrm>
            <a:off x="8248015" y="1109345"/>
            <a:ext cx="3367405" cy="5362575"/>
          </a:xfrm>
          <a:custGeom>
            <a:avLst/>
            <a:gdLst>
              <a:gd name="sw" fmla="*/ 1 w 5303"/>
              <a:gd name="sh" fmla="*/ 1 h 8445"/>
              <a:gd name="mins" fmla="min sw sh"/>
              <a:gd name="dsw" fmla="+- 0 sw mins"/>
              <a:gd name="dsh" fmla="+- 0 sh mins"/>
              <a:gd name="p0x0" fmla="*/ 150 w 5303"/>
              <a:gd name="p0y0" fmla="*/ 0 h 8445"/>
              <a:gd name="p0x1" fmla="*/ 5153 w 5303"/>
              <a:gd name="p0y1" fmla="*/ 0 h 8445"/>
              <a:gd name="p0x2" fmla="*/ 5236 w 5303"/>
              <a:gd name="p0y2" fmla="*/ 0 h 8445"/>
              <a:gd name="p0x3" fmla="*/ 5303 w 5303"/>
              <a:gd name="p0y3" fmla="*/ 67 h 8445"/>
              <a:gd name="p0x4" fmla="*/ 5303 w 5303"/>
              <a:gd name="p0y4" fmla="*/ 150 h 8445"/>
              <a:gd name="p0x5" fmla="*/ 5303 w 5303"/>
              <a:gd name="p0y5" fmla="*/ 8295 h 8445"/>
              <a:gd name="p0x6" fmla="*/ 5303 w 5303"/>
              <a:gd name="p0y6" fmla="*/ 8377 h 8445"/>
              <a:gd name="p0x7" fmla="*/ 5236 w 5303"/>
              <a:gd name="p0y7" fmla="*/ 8445 h 8445"/>
              <a:gd name="p0x8" fmla="*/ 5153 w 5303"/>
              <a:gd name="p0y8" fmla="*/ 8445 h 8445"/>
              <a:gd name="p0x9" fmla="*/ 150 w 5303"/>
              <a:gd name="p0y9" fmla="*/ 8445 h 8445"/>
              <a:gd name="p0x10" fmla="*/ 67 w 5303"/>
              <a:gd name="p0y10" fmla="*/ 8445 h 8445"/>
              <a:gd name="p0x11" fmla="*/ 0 w 5303"/>
              <a:gd name="p0y11" fmla="*/ 8377 h 8445"/>
              <a:gd name="p0x12" fmla="*/ 0 w 5303"/>
              <a:gd name="p0y12" fmla="*/ 8295 h 8445"/>
              <a:gd name="p0x13" fmla="*/ 0 w 5303"/>
              <a:gd name="p0y13" fmla="*/ 150 h 8445"/>
              <a:gd name="p0x14" fmla="*/ 0 w 5303"/>
              <a:gd name="p0y14" fmla="*/ 67 h 8445"/>
              <a:gd name="p0x15" fmla="*/ 67 w 5303"/>
              <a:gd name="p0y15" fmla="*/ 0 h 8445"/>
              <a:gd name="p0x16" fmla="*/ 150 w 5303"/>
              <a:gd name="p0y16" fmla="*/ 0 h 844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9F9"/>
          </a:solidFill>
          <a:ln w="9525" cmpd="sng">
            <a:solidFill>
              <a:srgbClr val="E8DDD9"/>
            </a:solidFill>
            <a:prstDash val="solid"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任意多边形 43"/>
          <p:cNvSpPr/>
          <p:nvPr>
            <p:custDataLst>
              <p:tags r:id="rId56"/>
            </p:custDataLst>
          </p:nvPr>
        </p:nvSpPr>
        <p:spPr>
          <a:xfrm>
            <a:off x="8442960" y="13049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57"/>
            </p:custDataLst>
          </p:nvPr>
        </p:nvPicPr>
        <p:blipFill>
          <a:blip r:embed="rId58"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8528685" y="1385570"/>
            <a:ext cx="247650" cy="252730"/>
          </a:xfrm>
          <a:prstGeom prst="rect">
            <a:avLst/>
          </a:prstGeom>
        </p:spPr>
      </p:pic>
      <p:sp>
        <p:nvSpPr>
          <p:cNvPr id="46" name="文本框 45"/>
          <p:cNvSpPr txBox="1"/>
          <p:nvPr>
            <p:custDataLst>
              <p:tags r:id="rId60"/>
            </p:custDataLst>
          </p:nvPr>
        </p:nvSpPr>
        <p:spPr>
          <a:xfrm>
            <a:off x="8976789" y="1331595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100" b="1">
                <a:solidFill>
                  <a:srgbClr val="E2AB9E"/>
                </a:solidFill>
                <a:latin typeface="微软雅黑" panose="020B0503020204020204" charset="-122"/>
                <a:ea typeface="微软雅黑" panose="020B0503020204020204" charset="-122"/>
              </a:rPr>
              <a:t>任务详情</a:t>
            </a:r>
            <a:endParaRPr sz="2100" b="1">
              <a:solidFill>
                <a:srgbClr val="E2AB9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任意多边形 46"/>
          <p:cNvSpPr/>
          <p:nvPr>
            <p:custDataLst>
              <p:tags r:id="rId61"/>
            </p:custDataLst>
          </p:nvPr>
        </p:nvSpPr>
        <p:spPr>
          <a:xfrm>
            <a:off x="8442960" y="197993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8" name="图片 47"/>
          <p:cNvPicPr>
            <a:picLocks noChangeAspect="1"/>
          </p:cNvPicPr>
          <p:nvPr>
            <p:custDataLst>
              <p:tags r:id="rId62"/>
            </p:custDataLst>
          </p:nvPr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rcRect l="-6818" t="-3651" r="-6818" b="-3651"/>
          <a:stretch>
            <a:fillRect/>
          </a:stretch>
        </p:blipFill>
        <p:spPr>
          <a:xfrm>
            <a:off x="8495665" y="2041525"/>
            <a:ext cx="238125" cy="214630"/>
          </a:xfrm>
          <a:prstGeom prst="rect">
            <a:avLst/>
          </a:prstGeom>
        </p:spPr>
      </p:pic>
      <p:sp>
        <p:nvSpPr>
          <p:cNvPr id="49" name="文本框 48"/>
          <p:cNvSpPr txBox="1"/>
          <p:nvPr>
            <p:custDataLst>
              <p:tags r:id="rId65"/>
            </p:custDataLst>
          </p:nvPr>
        </p:nvSpPr>
        <p:spPr>
          <a:xfrm>
            <a:off x="8900589" y="1862138"/>
            <a:ext cx="19050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发布者星级评分可见</a:t>
            </a:r>
            <a:endParaRPr sz="1500"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66"/>
            </p:custDataLst>
          </p:nvPr>
        </p:nvSpPr>
        <p:spPr>
          <a:xfrm>
            <a:off x="8900589" y="2137410"/>
            <a:ext cx="18860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</a:rPr>
              <a:t>接单后可直接联系对方</a:t>
            </a:r>
            <a:endParaRPr sz="135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任意多边形 50"/>
          <p:cNvSpPr/>
          <p:nvPr>
            <p:custDataLst>
              <p:tags r:id="rId67"/>
            </p:custDataLst>
          </p:nvPr>
        </p:nvSpPr>
        <p:spPr>
          <a:xfrm>
            <a:off x="8442960" y="264477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2" name="图片 51"/>
          <p:cNvPicPr>
            <a:picLocks noChangeAspect="1"/>
          </p:cNvPicPr>
          <p:nvPr>
            <p:custDataLst>
              <p:tags r:id="rId68"/>
            </p:custDataLst>
          </p:nvPr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rcRect l="-2381" t="-3651" r="-2381" b="-3651"/>
          <a:stretch>
            <a:fillRect/>
          </a:stretch>
        </p:blipFill>
        <p:spPr>
          <a:xfrm>
            <a:off x="8509635" y="2706370"/>
            <a:ext cx="209550" cy="214630"/>
          </a:xfrm>
          <a:prstGeom prst="rect">
            <a:avLst/>
          </a:prstGeom>
        </p:spPr>
      </p:pic>
      <p:sp>
        <p:nvSpPr>
          <p:cNvPr id="53" name="文本框 52"/>
          <p:cNvSpPr txBox="1"/>
          <p:nvPr>
            <p:custDataLst>
              <p:tags r:id="rId71"/>
            </p:custDataLst>
          </p:nvPr>
        </p:nvSpPr>
        <p:spPr>
          <a:xfrm>
            <a:off x="8900589" y="2526954"/>
            <a:ext cx="20955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取消任务自动退还赏金</a:t>
            </a:r>
            <a:endParaRPr sz="1500"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文本框 53"/>
          <p:cNvSpPr txBox="1"/>
          <p:nvPr>
            <p:custDataLst>
              <p:tags r:id="rId72"/>
            </p:custDataLst>
          </p:nvPr>
        </p:nvSpPr>
        <p:spPr>
          <a:xfrm>
            <a:off x="8900589" y="2802226"/>
            <a:ext cx="190500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</a:rPr>
              <a:t>保障用户资金安全</a:t>
            </a:r>
            <a:endParaRPr sz="135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6" name="图片 55" descr="屏幕截图 2026-06-06 162514"/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771525" y="3193415"/>
            <a:ext cx="2969260" cy="3262630"/>
          </a:xfrm>
          <a:prstGeom prst="rect">
            <a:avLst/>
          </a:prstGeom>
        </p:spPr>
      </p:pic>
      <p:pic>
        <p:nvPicPr>
          <p:cNvPr id="57" name="图片 56"/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8495665" y="3115310"/>
            <a:ext cx="2886710" cy="33407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沟通通知与个人中心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en-US"/>
              <a:t>04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沟通与通知</a:t>
            </a:r>
            <a:endParaRPr sz="3000"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5381625" cy="5362575"/>
          </a:xfrm>
          <a:custGeom>
            <a:avLst/>
            <a:gdLst>
              <a:gd name="sw" fmla="*/ 1 w 8475"/>
              <a:gd name="sh" fmla="*/ 1 h 8445"/>
              <a:gd name="mins" fmla="min sw sh"/>
              <a:gd name="dsw" fmla="+- 0 sw mins"/>
              <a:gd name="dsh" fmla="+- 0 sh mins"/>
              <a:gd name="p0x0" fmla="*/ 150 w 8475"/>
              <a:gd name="p0y0" fmla="*/ 0 h 8445"/>
              <a:gd name="p0x1" fmla="*/ 8325 w 8475"/>
              <a:gd name="p0y1" fmla="*/ 0 h 8445"/>
              <a:gd name="p0x2" fmla="*/ 8407 w 8475"/>
              <a:gd name="p0y2" fmla="*/ 0 h 8445"/>
              <a:gd name="p0x3" fmla="*/ 8475 w 8475"/>
              <a:gd name="p0y3" fmla="*/ 67 h 8445"/>
              <a:gd name="p0x4" fmla="*/ 8475 w 8475"/>
              <a:gd name="p0y4" fmla="*/ 150 h 8445"/>
              <a:gd name="p0x5" fmla="*/ 8475 w 8475"/>
              <a:gd name="p0y5" fmla="*/ 8295 h 8445"/>
              <a:gd name="p0x6" fmla="*/ 8475 w 8475"/>
              <a:gd name="p0y6" fmla="*/ 8377 h 8445"/>
              <a:gd name="p0x7" fmla="*/ 8407 w 8475"/>
              <a:gd name="p0y7" fmla="*/ 8445 h 8445"/>
              <a:gd name="p0x8" fmla="*/ 8325 w 8475"/>
              <a:gd name="p0y8" fmla="*/ 8445 h 8445"/>
              <a:gd name="p0x9" fmla="*/ 150 w 8475"/>
              <a:gd name="p0y9" fmla="*/ 8445 h 8445"/>
              <a:gd name="p0x10" fmla="*/ 67 w 8475"/>
              <a:gd name="p0y10" fmla="*/ 8445 h 8445"/>
              <a:gd name="p0x11" fmla="*/ 0 w 8475"/>
              <a:gd name="p0y11" fmla="*/ 8377 h 8445"/>
              <a:gd name="p0x12" fmla="*/ 0 w 8475"/>
              <a:gd name="p0y12" fmla="*/ 8295 h 8445"/>
              <a:gd name="p0x13" fmla="*/ 0 w 8475"/>
              <a:gd name="p0y13" fmla="*/ 150 h 8445"/>
              <a:gd name="p0x14" fmla="*/ 0 w 8475"/>
              <a:gd name="p0y14" fmla="*/ 67 h 8445"/>
              <a:gd name="p0x15" fmla="*/ 67 w 8475"/>
              <a:gd name="p0y15" fmla="*/ 0 h 8445"/>
              <a:gd name="p0x16" fmla="*/ 150 w 8475"/>
              <a:gd name="p0y16" fmla="*/ 0 h 844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9F9"/>
          </a:solidFill>
          <a:ln w="9525" cmpd="sng">
            <a:solidFill>
              <a:srgbClr val="E8DDD9"/>
            </a:solidFill>
            <a:prstDash val="solid"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657225" y="129540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5653" r="-5653"/>
          <a:stretch>
            <a:fillRect/>
          </a:stretch>
        </p:blipFill>
        <p:spPr>
          <a:xfrm>
            <a:off x="725805" y="1376045"/>
            <a:ext cx="281305" cy="25273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190625" y="1322070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100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站内聊天</a:t>
            </a:r>
            <a:endParaRPr sz="2100"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8"/>
            </p:custDataLst>
          </p:nvPr>
        </p:nvSpPr>
        <p:spPr>
          <a:xfrm>
            <a:off x="657225" y="188595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t="-3333" b="-3333"/>
          <a:stretch>
            <a:fillRect/>
          </a:stretch>
        </p:blipFill>
        <p:spPr>
          <a:xfrm>
            <a:off x="704850" y="1943100"/>
            <a:ext cx="171450" cy="1524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12"/>
            </p:custDataLst>
          </p:nvPr>
        </p:nvSpPr>
        <p:spPr>
          <a:xfrm>
            <a:off x="1076325" y="1852613"/>
            <a:ext cx="2286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500" b="1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</a:rPr>
              <a:t>发单方与接单方直接沟通</a:t>
            </a:r>
            <a:endParaRPr sz="1500" b="1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13"/>
            </p:custDataLst>
          </p:nvPr>
        </p:nvSpPr>
        <p:spPr>
          <a:xfrm>
            <a:off x="657225" y="230505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714375" y="2362200"/>
            <a:ext cx="152400" cy="152400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17"/>
            </p:custDataLst>
          </p:nvPr>
        </p:nvSpPr>
        <p:spPr>
          <a:xfrm>
            <a:off x="1076325" y="2271713"/>
            <a:ext cx="3810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500" b="1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</a:rPr>
              <a:t>乐观更新</a:t>
            </a:r>
            <a:r>
              <a:rPr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</a:rPr>
              <a:t>：发送先本地显示，失败自动回滚</a:t>
            </a:r>
            <a:endParaRPr sz="150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8"/>
            </p:custDataLst>
          </p:nvPr>
        </p:nvSpPr>
        <p:spPr>
          <a:xfrm>
            <a:off x="657225" y="272415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>
          <a:xfrm>
            <a:off x="714375" y="2781300"/>
            <a:ext cx="152400" cy="152400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22"/>
            </p:custDataLst>
          </p:nvPr>
        </p:nvSpPr>
        <p:spPr>
          <a:xfrm>
            <a:off x="1076325" y="2690813"/>
            <a:ext cx="297641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en-US" sz="1500" b="1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sz="1500" b="1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秒轮询刷新</a:t>
            </a:r>
            <a:r>
              <a:rPr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</a:rPr>
              <a:t>，确保消息实时同步</a:t>
            </a:r>
            <a:endParaRPr sz="150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23"/>
            </p:custDataLst>
          </p:nvPr>
        </p:nvSpPr>
        <p:spPr>
          <a:xfrm>
            <a:off x="6233795" y="1109345"/>
            <a:ext cx="5381625" cy="5362575"/>
          </a:xfrm>
          <a:custGeom>
            <a:avLst/>
            <a:gdLst>
              <a:gd name="sw" fmla="*/ 1 w 8475"/>
              <a:gd name="sh" fmla="*/ 1 h 8445"/>
              <a:gd name="mins" fmla="min sw sh"/>
              <a:gd name="dsw" fmla="+- 0 sw mins"/>
              <a:gd name="dsh" fmla="+- 0 sh mins"/>
              <a:gd name="p0x0" fmla="*/ 150 w 8475"/>
              <a:gd name="p0y0" fmla="*/ 0 h 8445"/>
              <a:gd name="p0x1" fmla="*/ 8325 w 8475"/>
              <a:gd name="p0y1" fmla="*/ 0 h 8445"/>
              <a:gd name="p0x2" fmla="*/ 8407 w 8475"/>
              <a:gd name="p0y2" fmla="*/ 0 h 8445"/>
              <a:gd name="p0x3" fmla="*/ 8475 w 8475"/>
              <a:gd name="p0y3" fmla="*/ 67 h 8445"/>
              <a:gd name="p0x4" fmla="*/ 8475 w 8475"/>
              <a:gd name="p0y4" fmla="*/ 150 h 8445"/>
              <a:gd name="p0x5" fmla="*/ 8475 w 8475"/>
              <a:gd name="p0y5" fmla="*/ 8295 h 8445"/>
              <a:gd name="p0x6" fmla="*/ 8475 w 8475"/>
              <a:gd name="p0y6" fmla="*/ 8377 h 8445"/>
              <a:gd name="p0x7" fmla="*/ 8407 w 8475"/>
              <a:gd name="p0y7" fmla="*/ 8445 h 8445"/>
              <a:gd name="p0x8" fmla="*/ 8325 w 8475"/>
              <a:gd name="p0y8" fmla="*/ 8445 h 8445"/>
              <a:gd name="p0x9" fmla="*/ 150 w 8475"/>
              <a:gd name="p0y9" fmla="*/ 8445 h 8445"/>
              <a:gd name="p0x10" fmla="*/ 67 w 8475"/>
              <a:gd name="p0y10" fmla="*/ 8445 h 8445"/>
              <a:gd name="p0x11" fmla="*/ 0 w 8475"/>
              <a:gd name="p0y11" fmla="*/ 8377 h 8445"/>
              <a:gd name="p0x12" fmla="*/ 0 w 8475"/>
              <a:gd name="p0y12" fmla="*/ 8295 h 8445"/>
              <a:gd name="p0x13" fmla="*/ 0 w 8475"/>
              <a:gd name="p0y13" fmla="*/ 150 h 8445"/>
              <a:gd name="p0x14" fmla="*/ 0 w 8475"/>
              <a:gd name="p0y14" fmla="*/ 67 h 8445"/>
              <a:gd name="p0x15" fmla="*/ 67 w 8475"/>
              <a:gd name="p0y15" fmla="*/ 0 h 8445"/>
              <a:gd name="p0x16" fmla="*/ 150 w 8475"/>
              <a:gd name="p0y16" fmla="*/ 0 h 844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9F9"/>
          </a:solidFill>
          <a:ln w="9525" cmpd="sng">
            <a:solidFill>
              <a:srgbClr val="E8DDD9"/>
            </a:solidFill>
            <a:prstDash val="solid"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>
            <p:custDataLst>
              <p:tags r:id="rId24"/>
            </p:custDataLst>
          </p:nvPr>
        </p:nvSpPr>
        <p:spPr>
          <a:xfrm>
            <a:off x="6361430" y="129095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-2273" t="-3067" r="-2273" b="-3067"/>
          <a:stretch>
            <a:fillRect/>
          </a:stretch>
        </p:blipFill>
        <p:spPr>
          <a:xfrm>
            <a:off x="6461125" y="1371600"/>
            <a:ext cx="219075" cy="252730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28"/>
            </p:custDataLst>
          </p:nvPr>
        </p:nvSpPr>
        <p:spPr>
          <a:xfrm>
            <a:off x="6894830" y="1317644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100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系统通知</a:t>
            </a:r>
            <a:endParaRPr sz="2100"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29"/>
            </p:custDataLst>
          </p:nvPr>
        </p:nvSpPr>
        <p:spPr>
          <a:xfrm>
            <a:off x="9080500" y="2024380"/>
            <a:ext cx="1066165" cy="276225"/>
          </a:xfrm>
          <a:custGeom>
            <a:avLst/>
            <a:gdLst>
              <a:gd name="sw" fmla="*/ 1 w 1678"/>
              <a:gd name="sh" fmla="*/ 1 h 435"/>
              <a:gd name="mins" fmla="min sw sh"/>
              <a:gd name="dsw" fmla="+- 0 sw mins"/>
              <a:gd name="dsh" fmla="+- 0 sh mins"/>
              <a:gd name="p0x0" fmla="*/ 60 w 1678"/>
              <a:gd name="p0y0" fmla="*/ 0 h 435"/>
              <a:gd name="p0x1" fmla="*/ 1618 w 1678"/>
              <a:gd name="p0y1" fmla="*/ 0 h 435"/>
              <a:gd name="p0x2" fmla="*/ 1651 w 1678"/>
              <a:gd name="p0y2" fmla="*/ 0 h 435"/>
              <a:gd name="p0x3" fmla="*/ 1678 w 1678"/>
              <a:gd name="p0y3" fmla="*/ 26 h 435"/>
              <a:gd name="p0x4" fmla="*/ 1678 w 1678"/>
              <a:gd name="p0y4" fmla="*/ 60 h 435"/>
              <a:gd name="p0x5" fmla="*/ 1678 w 1678"/>
              <a:gd name="p0y5" fmla="*/ 375 h 435"/>
              <a:gd name="p0x6" fmla="*/ 1678 w 1678"/>
              <a:gd name="p0y6" fmla="*/ 408 h 435"/>
              <a:gd name="p0x7" fmla="*/ 1651 w 1678"/>
              <a:gd name="p0y7" fmla="*/ 435 h 435"/>
              <a:gd name="p0x8" fmla="*/ 1618 w 1678"/>
              <a:gd name="p0y8" fmla="*/ 435 h 435"/>
              <a:gd name="p0x9" fmla="*/ 60 w 1678"/>
              <a:gd name="p0y9" fmla="*/ 435 h 435"/>
              <a:gd name="p0x10" fmla="*/ 26 w 1678"/>
              <a:gd name="p0y10" fmla="*/ 435 h 435"/>
              <a:gd name="p0x11" fmla="*/ 0 w 1678"/>
              <a:gd name="p0y11" fmla="*/ 408 h 435"/>
              <a:gd name="p0x12" fmla="*/ 0 w 1678"/>
              <a:gd name="p0y12" fmla="*/ 375 h 435"/>
              <a:gd name="p0x13" fmla="*/ 0 w 1678"/>
              <a:gd name="p0y13" fmla="*/ 60 h 435"/>
              <a:gd name="p0x14" fmla="*/ 0 w 1678"/>
              <a:gd name="p0y14" fmla="*/ 26 h 435"/>
              <a:gd name="p0x15" fmla="*/ 26 w 1678"/>
              <a:gd name="p0y15" fmla="*/ 0 h 435"/>
              <a:gd name="p0x16" fmla="*/ 60 w 1678"/>
              <a:gd name="p0y16" fmla="*/ 0 h 43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30"/>
            </p:custDataLst>
          </p:nvPr>
        </p:nvSpPr>
        <p:spPr>
          <a:xfrm>
            <a:off x="9156808" y="2067262"/>
            <a:ext cx="106605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200">
                <a:solidFill>
                  <a:srgbClr val="7A4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SSE</a:t>
            </a:r>
            <a:r>
              <a:rPr lang="zh-CN" sz="1200">
                <a:solidFill>
                  <a:srgbClr val="7A4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实时推送</a:t>
            </a:r>
            <a:endParaRPr lang="zh-CN" sz="1200">
              <a:solidFill>
                <a:srgbClr val="7A483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31"/>
            </p:custDataLst>
          </p:nvPr>
        </p:nvSpPr>
        <p:spPr>
          <a:xfrm>
            <a:off x="6361430" y="188150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 t="-7143" b="-7143"/>
          <a:stretch>
            <a:fillRect/>
          </a:stretch>
        </p:blipFill>
        <p:spPr>
          <a:xfrm>
            <a:off x="6409055" y="1938655"/>
            <a:ext cx="171450" cy="152400"/>
          </a:xfrm>
          <a:prstGeom prst="rect">
            <a:avLst/>
          </a:prstGeom>
        </p:spPr>
      </p:pic>
      <p:sp>
        <p:nvSpPr>
          <p:cNvPr id="25" name="文本框 24"/>
          <p:cNvSpPr txBox="1"/>
          <p:nvPr>
            <p:custDataLst>
              <p:tags r:id="rId35"/>
            </p:custDataLst>
          </p:nvPr>
        </p:nvSpPr>
        <p:spPr>
          <a:xfrm>
            <a:off x="6780530" y="1848187"/>
            <a:ext cx="1143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500" b="1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</a:rPr>
              <a:t>任务被接单</a:t>
            </a:r>
            <a:endParaRPr sz="1500" b="1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36"/>
            </p:custDataLst>
          </p:nvPr>
        </p:nvSpPr>
        <p:spPr>
          <a:xfrm>
            <a:off x="6361430" y="230060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7" name="图片 26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/>
          <a:stretch>
            <a:fillRect/>
          </a:stretch>
        </p:blipFill>
        <p:spPr>
          <a:xfrm>
            <a:off x="6418580" y="2357755"/>
            <a:ext cx="152400" cy="152400"/>
          </a:xfrm>
          <a:prstGeom prst="rect">
            <a:avLst/>
          </a:prstGeom>
        </p:spPr>
      </p:pic>
      <p:sp>
        <p:nvSpPr>
          <p:cNvPr id="28" name="文本框 27"/>
          <p:cNvSpPr txBox="1"/>
          <p:nvPr>
            <p:custDataLst>
              <p:tags r:id="rId40"/>
            </p:custDataLst>
          </p:nvPr>
        </p:nvSpPr>
        <p:spPr>
          <a:xfrm>
            <a:off x="6780530" y="2267287"/>
            <a:ext cx="952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500" b="1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</a:rPr>
              <a:t>任务完成</a:t>
            </a:r>
            <a:endParaRPr sz="1500" b="1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41"/>
            </p:custDataLst>
          </p:nvPr>
        </p:nvSpPr>
        <p:spPr>
          <a:xfrm>
            <a:off x="6361430" y="271970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42"/>
            </p:custDataLst>
          </p:nvPr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>
          <a:xfrm>
            <a:off x="6418580" y="2776855"/>
            <a:ext cx="152400" cy="152400"/>
          </a:xfrm>
          <a:prstGeom prst="rect">
            <a:avLst/>
          </a:prstGeom>
        </p:spPr>
      </p:pic>
      <p:sp>
        <p:nvSpPr>
          <p:cNvPr id="31" name="文本框 30"/>
          <p:cNvSpPr txBox="1"/>
          <p:nvPr>
            <p:custDataLst>
              <p:tags r:id="rId45"/>
            </p:custDataLst>
          </p:nvPr>
        </p:nvSpPr>
        <p:spPr>
          <a:xfrm>
            <a:off x="6780530" y="2686387"/>
            <a:ext cx="952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500" b="1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</a:rPr>
              <a:t>赏金到账</a:t>
            </a:r>
            <a:endParaRPr sz="1500" b="1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46"/>
            </p:custDataLst>
          </p:nvPr>
        </p:nvSpPr>
        <p:spPr>
          <a:xfrm>
            <a:off x="6361430" y="313880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47"/>
            </p:custDataLst>
          </p:nvPr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 l="-2941" r="-2941"/>
          <a:stretch>
            <a:fillRect/>
          </a:stretch>
        </p:blipFill>
        <p:spPr>
          <a:xfrm>
            <a:off x="6409055" y="3195955"/>
            <a:ext cx="171450" cy="152400"/>
          </a:xfrm>
          <a:prstGeom prst="rect">
            <a:avLst/>
          </a:prstGeom>
        </p:spPr>
      </p:pic>
      <p:sp>
        <p:nvSpPr>
          <p:cNvPr id="34" name="文本框 33"/>
          <p:cNvSpPr txBox="1"/>
          <p:nvPr>
            <p:custDataLst>
              <p:tags r:id="rId50"/>
            </p:custDataLst>
          </p:nvPr>
        </p:nvSpPr>
        <p:spPr>
          <a:xfrm>
            <a:off x="6780530" y="3105487"/>
            <a:ext cx="1143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500" b="1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</a:rPr>
              <a:t>收到新评价</a:t>
            </a:r>
            <a:endParaRPr sz="1500" b="1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51"/>
            </p:custDataLst>
          </p:nvPr>
        </p:nvSpPr>
        <p:spPr>
          <a:xfrm>
            <a:off x="8430819" y="2451754"/>
            <a:ext cx="274327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33000"/>
              </a:lnSpc>
            </a:pPr>
            <a:r>
              <a:rPr sz="1350">
                <a:solidFill>
                  <a:srgbClr val="9A8581"/>
                </a:solidFill>
                <a:latin typeface="微软雅黑" panose="020B0503020204020204" charset="-122"/>
                <a:ea typeface="微软雅黑" panose="020B0503020204020204" charset="-122"/>
              </a:rPr>
              <a:t>无需刷新页面，实时推送即时触达</a:t>
            </a:r>
            <a:endParaRPr sz="1350">
              <a:solidFill>
                <a:srgbClr val="9A8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144270" y="2990850"/>
            <a:ext cx="3673475" cy="3405505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7277735" y="3524885"/>
            <a:ext cx="3293110" cy="29292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个人中心与</a:t>
            </a:r>
            <a:r>
              <a:rPr lang="en-US" altLang="zh-CN" sz="3000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3000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客服</a:t>
            </a:r>
            <a:endParaRPr lang="zh-CN" altLang="en-US" sz="3000"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1500" y="1104900"/>
            <a:ext cx="11049000" cy="1304925"/>
          </a:xfrm>
          <a:custGeom>
            <a:avLst/>
            <a:gdLst>
              <a:gd name="sw" fmla="*/ 1 w 17400"/>
              <a:gd name="sh" fmla="*/ 1 h 2055"/>
              <a:gd name="mins" fmla="min sw sh"/>
              <a:gd name="dsw" fmla="+- 0 sw mins"/>
              <a:gd name="dsh" fmla="+- 0 sh mins"/>
              <a:gd name="p0x0" fmla="*/ 150 w 17400"/>
              <a:gd name="p0y0" fmla="*/ 0 h 2055"/>
              <a:gd name="p0x1" fmla="*/ 17250 w 17400"/>
              <a:gd name="p0y1" fmla="*/ 0 h 2055"/>
              <a:gd name="p0x2" fmla="*/ 17332 w 17400"/>
              <a:gd name="p0y2" fmla="*/ 0 h 2055"/>
              <a:gd name="p0x3" fmla="*/ 17400 w 17400"/>
              <a:gd name="p0y3" fmla="*/ 67 h 2055"/>
              <a:gd name="p0x4" fmla="*/ 17400 w 17400"/>
              <a:gd name="p0y4" fmla="*/ 150 h 2055"/>
              <a:gd name="p0x5" fmla="*/ 17400 w 17400"/>
              <a:gd name="p0y5" fmla="*/ 1905 h 2055"/>
              <a:gd name="p0x6" fmla="*/ 17400 w 17400"/>
              <a:gd name="p0y6" fmla="*/ 1987 h 2055"/>
              <a:gd name="p0x7" fmla="*/ 17332 w 17400"/>
              <a:gd name="p0y7" fmla="*/ 2055 h 2055"/>
              <a:gd name="p0x8" fmla="*/ 17250 w 17400"/>
              <a:gd name="p0y8" fmla="*/ 2055 h 2055"/>
              <a:gd name="p0x9" fmla="*/ 150 w 17400"/>
              <a:gd name="p0y9" fmla="*/ 2055 h 2055"/>
              <a:gd name="p0x10" fmla="*/ 67 w 17400"/>
              <a:gd name="p0y10" fmla="*/ 2055 h 2055"/>
              <a:gd name="p0x11" fmla="*/ 0 w 17400"/>
              <a:gd name="p0y11" fmla="*/ 1987 h 2055"/>
              <a:gd name="p0x12" fmla="*/ 0 w 17400"/>
              <a:gd name="p0y12" fmla="*/ 1905 h 2055"/>
              <a:gd name="p0x13" fmla="*/ 0 w 17400"/>
              <a:gd name="p0y13" fmla="*/ 150 h 2055"/>
              <a:gd name="p0x14" fmla="*/ 0 w 17400"/>
              <a:gd name="p0y14" fmla="*/ 67 h 2055"/>
              <a:gd name="p0x15" fmla="*/ 67 w 17400"/>
              <a:gd name="p0y15" fmla="*/ 0 h 2055"/>
              <a:gd name="p0x16" fmla="*/ 150 w 17400"/>
              <a:gd name="p0y16" fmla="*/ 0 h 205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2AB9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3742287" y="1470660"/>
            <a:ext cx="4707360" cy="5734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4000"/>
              </a:lnSpc>
            </a:pPr>
            <a:r>
              <a:rPr lang="zh-CN" altLang="en-US" sz="3300" b="1">
                <a:solidFill>
                  <a:srgbClr val="3B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个人中心</a:t>
            </a:r>
            <a:r>
              <a:rPr lang="en-US" altLang="zh-CN" sz="3300" b="1">
                <a:solidFill>
                  <a:srgbClr val="3B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AI</a:t>
            </a:r>
            <a:r>
              <a:rPr lang="zh-CN" altLang="en-US" sz="3300" b="1">
                <a:solidFill>
                  <a:srgbClr val="3B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智能客服</a:t>
            </a:r>
            <a:endParaRPr lang="zh-CN" altLang="en-US" sz="3300" b="1">
              <a:solidFill>
                <a:srgbClr val="3B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4"/>
            </p:custDataLst>
          </p:nvPr>
        </p:nvSpPr>
        <p:spPr>
          <a:xfrm>
            <a:off x="6750685" y="2649855"/>
            <a:ext cx="298450" cy="276225"/>
          </a:xfrm>
          <a:custGeom>
            <a:avLst/>
            <a:gdLst>
              <a:gd name="sw" fmla="*/ 1 w 469"/>
              <a:gd name="sh" fmla="*/ 1 h 435"/>
              <a:gd name="mins" fmla="min sw sh"/>
              <a:gd name="dsw" fmla="+- 0 sw mins"/>
              <a:gd name="dsh" fmla="+- 0 sh mins"/>
              <a:gd name="p0x0" fmla="*/ 60 w 469"/>
              <a:gd name="p0y0" fmla="*/ 0 h 435"/>
              <a:gd name="p0x1" fmla="*/ 409 w 469"/>
              <a:gd name="p0y1" fmla="*/ 0 h 435"/>
              <a:gd name="p0x2" fmla="*/ 443 w 469"/>
              <a:gd name="p0y2" fmla="*/ 0 h 435"/>
              <a:gd name="p0x3" fmla="*/ 469 w 469"/>
              <a:gd name="p0y3" fmla="*/ 26 h 435"/>
              <a:gd name="p0x4" fmla="*/ 469 w 469"/>
              <a:gd name="p0y4" fmla="*/ 60 h 435"/>
              <a:gd name="p0x5" fmla="*/ 469 w 469"/>
              <a:gd name="p0y5" fmla="*/ 375 h 435"/>
              <a:gd name="p0x6" fmla="*/ 469 w 469"/>
              <a:gd name="p0y6" fmla="*/ 408 h 435"/>
              <a:gd name="p0x7" fmla="*/ 443 w 469"/>
              <a:gd name="p0y7" fmla="*/ 435 h 435"/>
              <a:gd name="p0x8" fmla="*/ 409 w 469"/>
              <a:gd name="p0y8" fmla="*/ 435 h 435"/>
              <a:gd name="p0x9" fmla="*/ 60 w 469"/>
              <a:gd name="p0y9" fmla="*/ 435 h 435"/>
              <a:gd name="p0x10" fmla="*/ 26 w 469"/>
              <a:gd name="p0y10" fmla="*/ 435 h 435"/>
              <a:gd name="p0x11" fmla="*/ 0 w 469"/>
              <a:gd name="p0y11" fmla="*/ 408 h 435"/>
              <a:gd name="p0x12" fmla="*/ 0 w 469"/>
              <a:gd name="p0y12" fmla="*/ 375 h 435"/>
              <a:gd name="p0x13" fmla="*/ 0 w 469"/>
              <a:gd name="p0y13" fmla="*/ 60 h 435"/>
              <a:gd name="p0x14" fmla="*/ 0 w 469"/>
              <a:gd name="p0y14" fmla="*/ 26 h 435"/>
              <a:gd name="p0x15" fmla="*/ 26 w 469"/>
              <a:gd name="p0y15" fmla="*/ 0 h 435"/>
              <a:gd name="p0x16" fmla="*/ 60 w 469"/>
              <a:gd name="p0y16" fmla="*/ 0 h 43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5"/>
            </p:custDataLst>
          </p:nvPr>
        </p:nvSpPr>
        <p:spPr>
          <a:xfrm>
            <a:off x="6827492" y="2688431"/>
            <a:ext cx="298399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200" b="1">
                <a:solidFill>
                  <a:srgbClr val="7A483E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endParaRPr sz="1200" b="1">
              <a:solidFill>
                <a:srgbClr val="7A483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6"/>
            </p:custDataLst>
          </p:nvPr>
        </p:nvSpPr>
        <p:spPr>
          <a:xfrm>
            <a:off x="7125891" y="2638425"/>
            <a:ext cx="114307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智能客服</a:t>
            </a:r>
            <a:endParaRPr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7"/>
            </p:custDataLst>
          </p:nvPr>
        </p:nvSpPr>
        <p:spPr>
          <a:xfrm>
            <a:off x="575945" y="2642870"/>
            <a:ext cx="5941695" cy="807085"/>
          </a:xfrm>
          <a:custGeom>
            <a:avLst/>
            <a:gdLst>
              <a:gd name="sw" fmla="*/ 1 w 9356"/>
              <a:gd name="sh" fmla="*/ 1 h 1271"/>
              <a:gd name="mins" fmla="min sw sh"/>
              <a:gd name="dsw" fmla="+- 0 sw mins"/>
              <a:gd name="dsh" fmla="+- 0 sh mins"/>
              <a:gd name="p0x0" fmla="*/ 150 w 9356"/>
              <a:gd name="p0y0" fmla="*/ 0 h 1271"/>
              <a:gd name="p0x1" fmla="*/ 9206 w 9356"/>
              <a:gd name="p0y1" fmla="*/ 0 h 1271"/>
              <a:gd name="p0x2" fmla="*/ 9289 w 9356"/>
              <a:gd name="p0y2" fmla="*/ 0 h 1271"/>
              <a:gd name="p0x3" fmla="*/ 9356 w 9356"/>
              <a:gd name="p0y3" fmla="*/ 67 h 1271"/>
              <a:gd name="p0x4" fmla="*/ 9356 w 9356"/>
              <a:gd name="p0y4" fmla="*/ 150 h 1271"/>
              <a:gd name="p0x5" fmla="*/ 9356 w 9356"/>
              <a:gd name="p0y5" fmla="*/ 1121 h 1271"/>
              <a:gd name="p0x6" fmla="*/ 9356 w 9356"/>
              <a:gd name="p0y6" fmla="*/ 1204 h 1271"/>
              <a:gd name="p0x7" fmla="*/ 9289 w 9356"/>
              <a:gd name="p0y7" fmla="*/ 1271 h 1271"/>
              <a:gd name="p0x8" fmla="*/ 9206 w 9356"/>
              <a:gd name="p0y8" fmla="*/ 1271 h 1271"/>
              <a:gd name="p0x9" fmla="*/ 150 w 9356"/>
              <a:gd name="p0y9" fmla="*/ 1271 h 1271"/>
              <a:gd name="p0x10" fmla="*/ 67 w 9356"/>
              <a:gd name="p0y10" fmla="*/ 1271 h 1271"/>
              <a:gd name="p0x11" fmla="*/ 0 w 9356"/>
              <a:gd name="p0y11" fmla="*/ 1204 h 1271"/>
              <a:gd name="p0x12" fmla="*/ 0 w 9356"/>
              <a:gd name="p0y12" fmla="*/ 1121 h 1271"/>
              <a:gd name="p0x13" fmla="*/ 0 w 9356"/>
              <a:gd name="p0y13" fmla="*/ 150 h 1271"/>
              <a:gd name="p0x14" fmla="*/ 0 w 9356"/>
              <a:gd name="p0y14" fmla="*/ 67 h 1271"/>
              <a:gd name="p0x15" fmla="*/ 67 w 9356"/>
              <a:gd name="p0y15" fmla="*/ 0 h 1271"/>
              <a:gd name="p0x16" fmla="*/ 150 w 9356"/>
              <a:gd name="p0y16" fmla="*/ 0 h 1271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9F9"/>
          </a:solidFill>
          <a:ln w="9525" cmpd="sng">
            <a:solidFill>
              <a:srgbClr val="E8DDD9"/>
            </a:solidFill>
            <a:prstDash val="solid"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>
            <p:custDataLst>
              <p:tags r:id="rId8"/>
            </p:custDataLst>
          </p:nvPr>
        </p:nvSpPr>
        <p:spPr>
          <a:xfrm>
            <a:off x="771525" y="27082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-2000" t="-16167" r="-2000" b="-16167"/>
          <a:stretch>
            <a:fillRect/>
          </a:stretch>
        </p:blipFill>
        <p:spPr>
          <a:xfrm>
            <a:off x="857250" y="2789555"/>
            <a:ext cx="247650" cy="252095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12"/>
            </p:custDataLst>
          </p:nvPr>
        </p:nvSpPr>
        <p:spPr>
          <a:xfrm>
            <a:off x="1304925" y="2760259"/>
            <a:ext cx="3666087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钱包余额</a:t>
            </a:r>
            <a:r>
              <a:rPr lang="en-US" altLang="zh-CN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发布</a:t>
            </a:r>
            <a:r>
              <a:rPr lang="en-US" altLang="zh-CN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接取任务数统计</a:t>
            </a:r>
            <a:endParaRPr lang="zh-CN" altLang="en-US"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13"/>
            </p:custDataLst>
          </p:nvPr>
        </p:nvSpPr>
        <p:spPr>
          <a:xfrm>
            <a:off x="771525" y="3135373"/>
            <a:ext cx="5551141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</a:rPr>
              <a:t>实时展示账户资金与任务参与数据</a:t>
            </a:r>
            <a:endParaRPr sz="135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14"/>
            </p:custDataLst>
          </p:nvPr>
        </p:nvSpPr>
        <p:spPr>
          <a:xfrm>
            <a:off x="575945" y="3649980"/>
            <a:ext cx="5941695" cy="807720"/>
          </a:xfrm>
          <a:custGeom>
            <a:avLst/>
            <a:gdLst>
              <a:gd name="sw" fmla="*/ 1 w 9356"/>
              <a:gd name="sh" fmla="*/ 1 h 1271"/>
              <a:gd name="mins" fmla="min sw sh"/>
              <a:gd name="dsw" fmla="+- 0 sw mins"/>
              <a:gd name="dsh" fmla="+- 0 sh mins"/>
              <a:gd name="p0x0" fmla="*/ 150 w 9356"/>
              <a:gd name="p0y0" fmla="*/ 0 h 1271"/>
              <a:gd name="p0x1" fmla="*/ 9206 w 9356"/>
              <a:gd name="p0y1" fmla="*/ 0 h 1271"/>
              <a:gd name="p0x2" fmla="*/ 9289 w 9356"/>
              <a:gd name="p0y2" fmla="*/ 0 h 1271"/>
              <a:gd name="p0x3" fmla="*/ 9356 w 9356"/>
              <a:gd name="p0y3" fmla="*/ 67 h 1271"/>
              <a:gd name="p0x4" fmla="*/ 9356 w 9356"/>
              <a:gd name="p0y4" fmla="*/ 150 h 1271"/>
              <a:gd name="p0x5" fmla="*/ 9356 w 9356"/>
              <a:gd name="p0y5" fmla="*/ 1121 h 1271"/>
              <a:gd name="p0x6" fmla="*/ 9356 w 9356"/>
              <a:gd name="p0y6" fmla="*/ 1204 h 1271"/>
              <a:gd name="p0x7" fmla="*/ 9289 w 9356"/>
              <a:gd name="p0y7" fmla="*/ 1271 h 1271"/>
              <a:gd name="p0x8" fmla="*/ 9206 w 9356"/>
              <a:gd name="p0y8" fmla="*/ 1271 h 1271"/>
              <a:gd name="p0x9" fmla="*/ 150 w 9356"/>
              <a:gd name="p0y9" fmla="*/ 1271 h 1271"/>
              <a:gd name="p0x10" fmla="*/ 67 w 9356"/>
              <a:gd name="p0y10" fmla="*/ 1271 h 1271"/>
              <a:gd name="p0x11" fmla="*/ 0 w 9356"/>
              <a:gd name="p0y11" fmla="*/ 1204 h 1271"/>
              <a:gd name="p0x12" fmla="*/ 0 w 9356"/>
              <a:gd name="p0y12" fmla="*/ 1121 h 1271"/>
              <a:gd name="p0x13" fmla="*/ 0 w 9356"/>
              <a:gd name="p0y13" fmla="*/ 150 h 1271"/>
              <a:gd name="p0x14" fmla="*/ 0 w 9356"/>
              <a:gd name="p0y14" fmla="*/ 67 h 1271"/>
              <a:gd name="p0x15" fmla="*/ 67 w 9356"/>
              <a:gd name="p0y15" fmla="*/ 0 h 1271"/>
              <a:gd name="p0x16" fmla="*/ 150 w 9356"/>
              <a:gd name="p0y16" fmla="*/ 0 h 1271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9F9"/>
          </a:solidFill>
          <a:ln w="9525" cmpd="sng">
            <a:solidFill>
              <a:srgbClr val="E8DDD9"/>
            </a:solidFill>
            <a:prstDash val="solid"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>
            <p:custDataLst>
              <p:tags r:id="rId15"/>
            </p:custDataLst>
          </p:nvPr>
        </p:nvSpPr>
        <p:spPr>
          <a:xfrm>
            <a:off x="771525" y="371602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 l="-4691" t="-1026" r="-4691" b="-1026"/>
          <a:stretch>
            <a:fillRect/>
          </a:stretch>
        </p:blipFill>
        <p:spPr>
          <a:xfrm>
            <a:off x="840105" y="3796665"/>
            <a:ext cx="281305" cy="25273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19"/>
            </p:custDataLst>
          </p:nvPr>
        </p:nvSpPr>
        <p:spPr>
          <a:xfrm>
            <a:off x="1304925" y="3767528"/>
            <a:ext cx="36576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星级评分展示，点击查看全部评价</a:t>
            </a:r>
            <a:endParaRPr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20"/>
            </p:custDataLst>
          </p:nvPr>
        </p:nvSpPr>
        <p:spPr>
          <a:xfrm>
            <a:off x="771525" y="4142642"/>
            <a:ext cx="5551141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</a:rPr>
              <a:t>可视化信誉体系，支持评价详情穿透</a:t>
            </a:r>
            <a:endParaRPr sz="135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21"/>
            </p:custDataLst>
          </p:nvPr>
        </p:nvSpPr>
        <p:spPr>
          <a:xfrm>
            <a:off x="575945" y="4657725"/>
            <a:ext cx="5941695" cy="807085"/>
          </a:xfrm>
          <a:custGeom>
            <a:avLst/>
            <a:gdLst>
              <a:gd name="sw" fmla="*/ 1 w 9356"/>
              <a:gd name="sh" fmla="*/ 1 h 1271"/>
              <a:gd name="mins" fmla="min sw sh"/>
              <a:gd name="dsw" fmla="+- 0 sw mins"/>
              <a:gd name="dsh" fmla="+- 0 sh mins"/>
              <a:gd name="p0x0" fmla="*/ 150 w 9356"/>
              <a:gd name="p0y0" fmla="*/ 0 h 1271"/>
              <a:gd name="p0x1" fmla="*/ 9206 w 9356"/>
              <a:gd name="p0y1" fmla="*/ 0 h 1271"/>
              <a:gd name="p0x2" fmla="*/ 9289 w 9356"/>
              <a:gd name="p0y2" fmla="*/ 0 h 1271"/>
              <a:gd name="p0x3" fmla="*/ 9356 w 9356"/>
              <a:gd name="p0y3" fmla="*/ 67 h 1271"/>
              <a:gd name="p0x4" fmla="*/ 9356 w 9356"/>
              <a:gd name="p0y4" fmla="*/ 150 h 1271"/>
              <a:gd name="p0x5" fmla="*/ 9356 w 9356"/>
              <a:gd name="p0y5" fmla="*/ 1121 h 1271"/>
              <a:gd name="p0x6" fmla="*/ 9356 w 9356"/>
              <a:gd name="p0y6" fmla="*/ 1204 h 1271"/>
              <a:gd name="p0x7" fmla="*/ 9289 w 9356"/>
              <a:gd name="p0y7" fmla="*/ 1271 h 1271"/>
              <a:gd name="p0x8" fmla="*/ 9206 w 9356"/>
              <a:gd name="p0y8" fmla="*/ 1271 h 1271"/>
              <a:gd name="p0x9" fmla="*/ 150 w 9356"/>
              <a:gd name="p0y9" fmla="*/ 1271 h 1271"/>
              <a:gd name="p0x10" fmla="*/ 67 w 9356"/>
              <a:gd name="p0y10" fmla="*/ 1271 h 1271"/>
              <a:gd name="p0x11" fmla="*/ 0 w 9356"/>
              <a:gd name="p0y11" fmla="*/ 1204 h 1271"/>
              <a:gd name="p0x12" fmla="*/ 0 w 9356"/>
              <a:gd name="p0y12" fmla="*/ 1121 h 1271"/>
              <a:gd name="p0x13" fmla="*/ 0 w 9356"/>
              <a:gd name="p0y13" fmla="*/ 150 h 1271"/>
              <a:gd name="p0x14" fmla="*/ 0 w 9356"/>
              <a:gd name="p0y14" fmla="*/ 67 h 1271"/>
              <a:gd name="p0x15" fmla="*/ 67 w 9356"/>
              <a:gd name="p0y15" fmla="*/ 0 h 1271"/>
              <a:gd name="p0x16" fmla="*/ 150 w 9356"/>
              <a:gd name="p0y16" fmla="*/ 0 h 1271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9F9"/>
          </a:solidFill>
          <a:ln w="9525" cmpd="sng">
            <a:solidFill>
              <a:srgbClr val="E8DDD9"/>
            </a:solidFill>
            <a:prstDash val="solid"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22"/>
            </p:custDataLst>
          </p:nvPr>
        </p:nvSpPr>
        <p:spPr>
          <a:xfrm>
            <a:off x="771525" y="472313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 l="-2000" t="-16333" r="-2000" b="-16333"/>
          <a:stretch>
            <a:fillRect/>
          </a:stretch>
        </p:blipFill>
        <p:spPr>
          <a:xfrm>
            <a:off x="857250" y="4803775"/>
            <a:ext cx="247650" cy="252730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26"/>
            </p:custDataLst>
          </p:nvPr>
        </p:nvSpPr>
        <p:spPr>
          <a:xfrm>
            <a:off x="1304925" y="4774797"/>
            <a:ext cx="5274764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任务列表按状态分类：待接单</a:t>
            </a:r>
            <a:r>
              <a:rPr lang="en-US" altLang="zh-CN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进行中</a:t>
            </a:r>
            <a:r>
              <a:rPr lang="en-US" altLang="zh-CN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已完成</a:t>
            </a:r>
            <a:endParaRPr lang="zh-CN" altLang="en-US"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27"/>
            </p:custDataLst>
          </p:nvPr>
        </p:nvSpPr>
        <p:spPr>
          <a:xfrm>
            <a:off x="771525" y="5149910"/>
            <a:ext cx="5551141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</a:rPr>
              <a:t>三态筛选，任务进度一目了然</a:t>
            </a:r>
            <a:endParaRPr sz="135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28"/>
            </p:custDataLst>
          </p:nvPr>
        </p:nvSpPr>
        <p:spPr>
          <a:xfrm>
            <a:off x="575945" y="5664835"/>
            <a:ext cx="5941695" cy="807085"/>
          </a:xfrm>
          <a:custGeom>
            <a:avLst/>
            <a:gdLst>
              <a:gd name="sw" fmla="*/ 1 w 9356"/>
              <a:gd name="sh" fmla="*/ 1 h 1271"/>
              <a:gd name="mins" fmla="min sw sh"/>
              <a:gd name="dsw" fmla="+- 0 sw mins"/>
              <a:gd name="dsh" fmla="+- 0 sh mins"/>
              <a:gd name="p0x0" fmla="*/ 150 w 9356"/>
              <a:gd name="p0y0" fmla="*/ 0 h 1271"/>
              <a:gd name="p0x1" fmla="*/ 9206 w 9356"/>
              <a:gd name="p0y1" fmla="*/ 0 h 1271"/>
              <a:gd name="p0x2" fmla="*/ 9289 w 9356"/>
              <a:gd name="p0y2" fmla="*/ 0 h 1271"/>
              <a:gd name="p0x3" fmla="*/ 9356 w 9356"/>
              <a:gd name="p0y3" fmla="*/ 67 h 1271"/>
              <a:gd name="p0x4" fmla="*/ 9356 w 9356"/>
              <a:gd name="p0y4" fmla="*/ 150 h 1271"/>
              <a:gd name="p0x5" fmla="*/ 9356 w 9356"/>
              <a:gd name="p0y5" fmla="*/ 1121 h 1271"/>
              <a:gd name="p0x6" fmla="*/ 9356 w 9356"/>
              <a:gd name="p0y6" fmla="*/ 1204 h 1271"/>
              <a:gd name="p0x7" fmla="*/ 9289 w 9356"/>
              <a:gd name="p0y7" fmla="*/ 1271 h 1271"/>
              <a:gd name="p0x8" fmla="*/ 9206 w 9356"/>
              <a:gd name="p0y8" fmla="*/ 1271 h 1271"/>
              <a:gd name="p0x9" fmla="*/ 150 w 9356"/>
              <a:gd name="p0y9" fmla="*/ 1271 h 1271"/>
              <a:gd name="p0x10" fmla="*/ 67 w 9356"/>
              <a:gd name="p0y10" fmla="*/ 1271 h 1271"/>
              <a:gd name="p0x11" fmla="*/ 0 w 9356"/>
              <a:gd name="p0y11" fmla="*/ 1204 h 1271"/>
              <a:gd name="p0x12" fmla="*/ 0 w 9356"/>
              <a:gd name="p0y12" fmla="*/ 1121 h 1271"/>
              <a:gd name="p0x13" fmla="*/ 0 w 9356"/>
              <a:gd name="p0y13" fmla="*/ 150 h 1271"/>
              <a:gd name="p0x14" fmla="*/ 0 w 9356"/>
              <a:gd name="p0y14" fmla="*/ 67 h 1271"/>
              <a:gd name="p0x15" fmla="*/ 67 w 9356"/>
              <a:gd name="p0y15" fmla="*/ 0 h 1271"/>
              <a:gd name="p0x16" fmla="*/ 150 w 9356"/>
              <a:gd name="p0y16" fmla="*/ 0 h 1271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9F9"/>
          </a:solidFill>
          <a:ln w="9525" cmpd="sng">
            <a:solidFill>
              <a:srgbClr val="E8DDD9"/>
            </a:solidFill>
            <a:prstDash val="solid"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>
            <p:custDataLst>
              <p:tags r:id="rId29"/>
            </p:custDataLst>
          </p:nvPr>
        </p:nvSpPr>
        <p:spPr>
          <a:xfrm>
            <a:off x="771525" y="573024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 l="-2273" t="-897" r="-2273" b="-897"/>
          <a:stretch>
            <a:fillRect/>
          </a:stretch>
        </p:blipFill>
        <p:spPr>
          <a:xfrm>
            <a:off x="871220" y="5811520"/>
            <a:ext cx="219075" cy="252095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33"/>
            </p:custDataLst>
          </p:nvPr>
        </p:nvSpPr>
        <p:spPr>
          <a:xfrm>
            <a:off x="1304925" y="5782066"/>
            <a:ext cx="436446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钱包充值：快捷金额</a:t>
            </a:r>
            <a:r>
              <a:rPr lang="en-US" altLang="zh-CN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 / 50 / 100 </a:t>
            </a:r>
            <a:r>
              <a:rPr lang="zh-CN" altLang="en-US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</a:t>
            </a:r>
            <a:endParaRPr lang="zh-CN" altLang="en-US"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34"/>
            </p:custDataLst>
          </p:nvPr>
        </p:nvSpPr>
        <p:spPr>
          <a:xfrm>
            <a:off x="771525" y="6157179"/>
            <a:ext cx="5551141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</a:rPr>
              <a:t>一键充值，快速到账</a:t>
            </a:r>
            <a:endParaRPr sz="135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35"/>
            </p:custDataLst>
          </p:nvPr>
        </p:nvSpPr>
        <p:spPr>
          <a:xfrm>
            <a:off x="6755765" y="3133725"/>
            <a:ext cx="4859655" cy="979170"/>
          </a:xfrm>
          <a:custGeom>
            <a:avLst/>
            <a:gdLst>
              <a:gd name="sw" fmla="*/ 1 w 7653"/>
              <a:gd name="sh" fmla="*/ 1 h 1542"/>
              <a:gd name="mins" fmla="min sw sh"/>
              <a:gd name="dsw" fmla="+- 0 sw mins"/>
              <a:gd name="dsh" fmla="+- 0 sh mins"/>
              <a:gd name="p0x0" fmla="*/ 150 w 7653"/>
              <a:gd name="p0y0" fmla="*/ 0 h 1542"/>
              <a:gd name="p0x1" fmla="*/ 7503 w 7653"/>
              <a:gd name="p0y1" fmla="*/ 0 h 1542"/>
              <a:gd name="p0x2" fmla="*/ 7585 w 7653"/>
              <a:gd name="p0y2" fmla="*/ 0 h 1542"/>
              <a:gd name="p0x3" fmla="*/ 7653 w 7653"/>
              <a:gd name="p0y3" fmla="*/ 67 h 1542"/>
              <a:gd name="p0x4" fmla="*/ 7653 w 7653"/>
              <a:gd name="p0y4" fmla="*/ 150 h 1542"/>
              <a:gd name="p0x5" fmla="*/ 7653 w 7653"/>
              <a:gd name="p0y5" fmla="*/ 1392 h 1542"/>
              <a:gd name="p0x6" fmla="*/ 7653 w 7653"/>
              <a:gd name="p0y6" fmla="*/ 1475 h 1542"/>
              <a:gd name="p0x7" fmla="*/ 7585 w 7653"/>
              <a:gd name="p0y7" fmla="*/ 1542 h 1542"/>
              <a:gd name="p0x8" fmla="*/ 7503 w 7653"/>
              <a:gd name="p0y8" fmla="*/ 1542 h 1542"/>
              <a:gd name="p0x9" fmla="*/ 150 w 7653"/>
              <a:gd name="p0y9" fmla="*/ 1542 h 1542"/>
              <a:gd name="p0x10" fmla="*/ 67 w 7653"/>
              <a:gd name="p0y10" fmla="*/ 1542 h 1542"/>
              <a:gd name="p0x11" fmla="*/ 0 w 7653"/>
              <a:gd name="p0y11" fmla="*/ 1475 h 1542"/>
              <a:gd name="p0x12" fmla="*/ 0 w 7653"/>
              <a:gd name="p0y12" fmla="*/ 1392 h 1542"/>
              <a:gd name="p0x13" fmla="*/ 0 w 7653"/>
              <a:gd name="p0y13" fmla="*/ 150 h 1542"/>
              <a:gd name="p0x14" fmla="*/ 0 w 7653"/>
              <a:gd name="p0y14" fmla="*/ 67 h 1542"/>
              <a:gd name="p0x15" fmla="*/ 67 w 7653"/>
              <a:gd name="p0y15" fmla="*/ 0 h 1542"/>
              <a:gd name="p0x16" fmla="*/ 150 w 7653"/>
              <a:gd name="p0y16" fmla="*/ 0 h 1542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9F9"/>
          </a:solidFill>
          <a:ln w="9525" cmpd="sng">
            <a:solidFill>
              <a:srgbClr val="E8DDD9"/>
            </a:solidFill>
            <a:prstDash val="solid"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>
            <p:custDataLst>
              <p:tags r:id="rId36"/>
            </p:custDataLst>
          </p:nvPr>
        </p:nvSpPr>
        <p:spPr>
          <a:xfrm>
            <a:off x="6950710" y="325120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 l="-2366" t="-3067" r="-2366" b="-3067"/>
          <a:stretch>
            <a:fillRect/>
          </a:stretch>
        </p:blipFill>
        <p:spPr>
          <a:xfrm>
            <a:off x="7005955" y="3331845"/>
            <a:ext cx="309245" cy="252730"/>
          </a:xfrm>
          <a:prstGeom prst="rect">
            <a:avLst/>
          </a:prstGeom>
        </p:spPr>
      </p:pic>
      <p:sp>
        <p:nvSpPr>
          <p:cNvPr id="32" name="文本框 31"/>
          <p:cNvSpPr txBox="1"/>
          <p:nvPr>
            <p:custDataLst>
              <p:tags r:id="rId40"/>
            </p:custDataLst>
          </p:nvPr>
        </p:nvSpPr>
        <p:spPr>
          <a:xfrm>
            <a:off x="7484717" y="3302813"/>
            <a:ext cx="246526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en-US" altLang="zh-CN" b="1" dirty="0" err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</a:t>
            </a:r>
            <a:r>
              <a:rPr lang="en-US" b="1" dirty="0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Chat </a:t>
            </a:r>
            <a:r>
              <a:rPr lang="zh-CN" b="1" dirty="0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接入</a:t>
            </a:r>
            <a:endParaRPr lang="zh-CN" b="1" dirty="0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41"/>
            </p:custDataLst>
          </p:nvPr>
        </p:nvSpPr>
        <p:spPr>
          <a:xfrm>
            <a:off x="6951317" y="3730018"/>
            <a:ext cx="4469159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</a:rPr>
              <a:t>大模型驱动，智能语义理解</a:t>
            </a:r>
            <a:endParaRPr sz="135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42"/>
            </p:custDataLst>
          </p:nvPr>
        </p:nvSpPr>
        <p:spPr>
          <a:xfrm>
            <a:off x="6755765" y="4312920"/>
            <a:ext cx="4859655" cy="979805"/>
          </a:xfrm>
          <a:custGeom>
            <a:avLst/>
            <a:gdLst>
              <a:gd name="sw" fmla="*/ 1 w 7653"/>
              <a:gd name="sh" fmla="*/ 1 h 1542"/>
              <a:gd name="mins" fmla="min sw sh"/>
              <a:gd name="dsw" fmla="+- 0 sw mins"/>
              <a:gd name="dsh" fmla="+- 0 sh mins"/>
              <a:gd name="p0x0" fmla="*/ 150 w 7653"/>
              <a:gd name="p0y0" fmla="*/ 0 h 1542"/>
              <a:gd name="p0x1" fmla="*/ 7503 w 7653"/>
              <a:gd name="p0y1" fmla="*/ 0 h 1542"/>
              <a:gd name="p0x2" fmla="*/ 7585 w 7653"/>
              <a:gd name="p0y2" fmla="*/ 0 h 1542"/>
              <a:gd name="p0x3" fmla="*/ 7653 w 7653"/>
              <a:gd name="p0y3" fmla="*/ 67 h 1542"/>
              <a:gd name="p0x4" fmla="*/ 7653 w 7653"/>
              <a:gd name="p0y4" fmla="*/ 150 h 1542"/>
              <a:gd name="p0x5" fmla="*/ 7653 w 7653"/>
              <a:gd name="p0y5" fmla="*/ 1392 h 1542"/>
              <a:gd name="p0x6" fmla="*/ 7653 w 7653"/>
              <a:gd name="p0y6" fmla="*/ 1475 h 1542"/>
              <a:gd name="p0x7" fmla="*/ 7585 w 7653"/>
              <a:gd name="p0y7" fmla="*/ 1542 h 1542"/>
              <a:gd name="p0x8" fmla="*/ 7503 w 7653"/>
              <a:gd name="p0y8" fmla="*/ 1542 h 1542"/>
              <a:gd name="p0x9" fmla="*/ 150 w 7653"/>
              <a:gd name="p0y9" fmla="*/ 1542 h 1542"/>
              <a:gd name="p0x10" fmla="*/ 67 w 7653"/>
              <a:gd name="p0y10" fmla="*/ 1542 h 1542"/>
              <a:gd name="p0x11" fmla="*/ 0 w 7653"/>
              <a:gd name="p0y11" fmla="*/ 1475 h 1542"/>
              <a:gd name="p0x12" fmla="*/ 0 w 7653"/>
              <a:gd name="p0y12" fmla="*/ 1392 h 1542"/>
              <a:gd name="p0x13" fmla="*/ 0 w 7653"/>
              <a:gd name="p0y13" fmla="*/ 150 h 1542"/>
              <a:gd name="p0x14" fmla="*/ 0 w 7653"/>
              <a:gd name="p0y14" fmla="*/ 67 h 1542"/>
              <a:gd name="p0x15" fmla="*/ 67 w 7653"/>
              <a:gd name="p0y15" fmla="*/ 0 h 1542"/>
              <a:gd name="p0x16" fmla="*/ 150 w 7653"/>
              <a:gd name="p0y16" fmla="*/ 0 h 1542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9F9"/>
          </a:solidFill>
          <a:ln w="9525" cmpd="sng">
            <a:solidFill>
              <a:srgbClr val="E8DDD9"/>
            </a:solidFill>
            <a:prstDash val="solid"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任意多边形 34"/>
          <p:cNvSpPr/>
          <p:nvPr>
            <p:custDataLst>
              <p:tags r:id="rId43"/>
            </p:custDataLst>
          </p:nvPr>
        </p:nvSpPr>
        <p:spPr>
          <a:xfrm>
            <a:off x="6950710" y="443039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6" name="图片 35"/>
          <p:cNvPicPr>
            <a:picLocks noChangeAspect="1"/>
          </p:cNvPicPr>
          <p:nvPr>
            <p:custDataLst>
              <p:tags r:id="rId44"/>
            </p:custDataLst>
          </p:nvPr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 l="-2000" t="-2933" r="-2000" b="-2933"/>
          <a:stretch>
            <a:fillRect/>
          </a:stretch>
        </p:blipFill>
        <p:spPr>
          <a:xfrm>
            <a:off x="7036435" y="4511675"/>
            <a:ext cx="247650" cy="252095"/>
          </a:xfrm>
          <a:prstGeom prst="rect">
            <a:avLst/>
          </a:prstGeom>
        </p:spPr>
      </p:pic>
      <p:sp>
        <p:nvSpPr>
          <p:cNvPr id="37" name="文本框 36"/>
          <p:cNvSpPr txBox="1"/>
          <p:nvPr>
            <p:custDataLst>
              <p:tags r:id="rId47"/>
            </p:custDataLst>
          </p:nvPr>
        </p:nvSpPr>
        <p:spPr>
          <a:xfrm>
            <a:off x="7484717" y="4482351"/>
            <a:ext cx="20574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快捷常见问题按钮</a:t>
            </a:r>
            <a:endParaRPr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48"/>
            </p:custDataLst>
          </p:nvPr>
        </p:nvSpPr>
        <p:spPr>
          <a:xfrm>
            <a:off x="6951317" y="4909557"/>
            <a:ext cx="4469159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</a:rPr>
              <a:t>预设高频问答，一键直达</a:t>
            </a:r>
            <a:endParaRPr sz="135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任意多边形 38"/>
          <p:cNvSpPr/>
          <p:nvPr>
            <p:custDataLst>
              <p:tags r:id="rId49"/>
            </p:custDataLst>
          </p:nvPr>
        </p:nvSpPr>
        <p:spPr>
          <a:xfrm>
            <a:off x="6755765" y="5492750"/>
            <a:ext cx="4859655" cy="979170"/>
          </a:xfrm>
          <a:custGeom>
            <a:avLst/>
            <a:gdLst>
              <a:gd name="sw" fmla="*/ 1 w 7653"/>
              <a:gd name="sh" fmla="*/ 1 h 1542"/>
              <a:gd name="mins" fmla="min sw sh"/>
              <a:gd name="dsw" fmla="+- 0 sw mins"/>
              <a:gd name="dsh" fmla="+- 0 sh mins"/>
              <a:gd name="p0x0" fmla="*/ 150 w 7653"/>
              <a:gd name="p0y0" fmla="*/ 0 h 1542"/>
              <a:gd name="p0x1" fmla="*/ 7503 w 7653"/>
              <a:gd name="p0y1" fmla="*/ 0 h 1542"/>
              <a:gd name="p0x2" fmla="*/ 7585 w 7653"/>
              <a:gd name="p0y2" fmla="*/ 0 h 1542"/>
              <a:gd name="p0x3" fmla="*/ 7653 w 7653"/>
              <a:gd name="p0y3" fmla="*/ 67 h 1542"/>
              <a:gd name="p0x4" fmla="*/ 7653 w 7653"/>
              <a:gd name="p0y4" fmla="*/ 150 h 1542"/>
              <a:gd name="p0x5" fmla="*/ 7653 w 7653"/>
              <a:gd name="p0y5" fmla="*/ 1392 h 1542"/>
              <a:gd name="p0x6" fmla="*/ 7653 w 7653"/>
              <a:gd name="p0y6" fmla="*/ 1475 h 1542"/>
              <a:gd name="p0x7" fmla="*/ 7585 w 7653"/>
              <a:gd name="p0y7" fmla="*/ 1542 h 1542"/>
              <a:gd name="p0x8" fmla="*/ 7503 w 7653"/>
              <a:gd name="p0y8" fmla="*/ 1542 h 1542"/>
              <a:gd name="p0x9" fmla="*/ 150 w 7653"/>
              <a:gd name="p0y9" fmla="*/ 1542 h 1542"/>
              <a:gd name="p0x10" fmla="*/ 67 w 7653"/>
              <a:gd name="p0y10" fmla="*/ 1542 h 1542"/>
              <a:gd name="p0x11" fmla="*/ 0 w 7653"/>
              <a:gd name="p0y11" fmla="*/ 1475 h 1542"/>
              <a:gd name="p0x12" fmla="*/ 0 w 7653"/>
              <a:gd name="p0y12" fmla="*/ 1392 h 1542"/>
              <a:gd name="p0x13" fmla="*/ 0 w 7653"/>
              <a:gd name="p0y13" fmla="*/ 150 h 1542"/>
              <a:gd name="p0x14" fmla="*/ 0 w 7653"/>
              <a:gd name="p0y14" fmla="*/ 67 h 1542"/>
              <a:gd name="p0x15" fmla="*/ 67 w 7653"/>
              <a:gd name="p0y15" fmla="*/ 0 h 1542"/>
              <a:gd name="p0x16" fmla="*/ 150 w 7653"/>
              <a:gd name="p0y16" fmla="*/ 0 h 1542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9F9"/>
          </a:solidFill>
          <a:ln w="9525" cmpd="sng">
            <a:solidFill>
              <a:srgbClr val="E8DDD9"/>
            </a:solidFill>
            <a:prstDash val="solid"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任意多边形 39"/>
          <p:cNvSpPr/>
          <p:nvPr>
            <p:custDataLst>
              <p:tags r:id="rId50"/>
            </p:custDataLst>
          </p:nvPr>
        </p:nvSpPr>
        <p:spPr>
          <a:xfrm>
            <a:off x="6950710" y="56102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1" name="图片 40"/>
          <p:cNvPicPr>
            <a:picLocks noChangeAspect="1"/>
          </p:cNvPicPr>
          <p:nvPr>
            <p:custDataLst>
              <p:tags r:id="rId51"/>
            </p:custDataLst>
          </p:nvPr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 l="-1404" t="-1026" r="-1404" b="-1026"/>
          <a:stretch>
            <a:fillRect/>
          </a:stretch>
        </p:blipFill>
        <p:spPr>
          <a:xfrm>
            <a:off x="7067550" y="5690870"/>
            <a:ext cx="186055" cy="252730"/>
          </a:xfrm>
          <a:prstGeom prst="rect">
            <a:avLst/>
          </a:prstGeom>
        </p:spPr>
      </p:pic>
      <p:sp>
        <p:nvSpPr>
          <p:cNvPr id="42" name="文本框 41"/>
          <p:cNvSpPr txBox="1"/>
          <p:nvPr>
            <p:custDataLst>
              <p:tags r:id="rId54"/>
            </p:custDataLst>
          </p:nvPr>
        </p:nvSpPr>
        <p:spPr>
          <a:xfrm>
            <a:off x="7484717" y="5661889"/>
            <a:ext cx="20574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无需登录即可咨询</a:t>
            </a:r>
            <a:endParaRPr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55"/>
            </p:custDataLst>
          </p:nvPr>
        </p:nvSpPr>
        <p:spPr>
          <a:xfrm>
            <a:off x="6951317" y="6089094"/>
            <a:ext cx="4469159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</a:rPr>
              <a:t>零门槛服务，即时响应</a:t>
            </a:r>
            <a:endParaRPr sz="135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个人中心与</a:t>
            </a:r>
            <a:r>
              <a:rPr lang="en-US" altLang="zh-CN" sz="3000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3000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客服</a:t>
            </a:r>
            <a:endParaRPr lang="zh-CN" altLang="en-US" sz="3000"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1500" y="1104900"/>
            <a:ext cx="11049000" cy="1304925"/>
          </a:xfrm>
          <a:custGeom>
            <a:avLst/>
            <a:gdLst>
              <a:gd name="sw" fmla="*/ 1 w 17400"/>
              <a:gd name="sh" fmla="*/ 1 h 2055"/>
              <a:gd name="mins" fmla="min sw sh"/>
              <a:gd name="dsw" fmla="+- 0 sw mins"/>
              <a:gd name="dsh" fmla="+- 0 sh mins"/>
              <a:gd name="p0x0" fmla="*/ 150 w 17400"/>
              <a:gd name="p0y0" fmla="*/ 0 h 2055"/>
              <a:gd name="p0x1" fmla="*/ 17250 w 17400"/>
              <a:gd name="p0y1" fmla="*/ 0 h 2055"/>
              <a:gd name="p0x2" fmla="*/ 17332 w 17400"/>
              <a:gd name="p0y2" fmla="*/ 0 h 2055"/>
              <a:gd name="p0x3" fmla="*/ 17400 w 17400"/>
              <a:gd name="p0y3" fmla="*/ 67 h 2055"/>
              <a:gd name="p0x4" fmla="*/ 17400 w 17400"/>
              <a:gd name="p0y4" fmla="*/ 150 h 2055"/>
              <a:gd name="p0x5" fmla="*/ 17400 w 17400"/>
              <a:gd name="p0y5" fmla="*/ 1905 h 2055"/>
              <a:gd name="p0x6" fmla="*/ 17400 w 17400"/>
              <a:gd name="p0y6" fmla="*/ 1987 h 2055"/>
              <a:gd name="p0x7" fmla="*/ 17332 w 17400"/>
              <a:gd name="p0y7" fmla="*/ 2055 h 2055"/>
              <a:gd name="p0x8" fmla="*/ 17250 w 17400"/>
              <a:gd name="p0y8" fmla="*/ 2055 h 2055"/>
              <a:gd name="p0x9" fmla="*/ 150 w 17400"/>
              <a:gd name="p0y9" fmla="*/ 2055 h 2055"/>
              <a:gd name="p0x10" fmla="*/ 67 w 17400"/>
              <a:gd name="p0y10" fmla="*/ 2055 h 2055"/>
              <a:gd name="p0x11" fmla="*/ 0 w 17400"/>
              <a:gd name="p0y11" fmla="*/ 1987 h 2055"/>
              <a:gd name="p0x12" fmla="*/ 0 w 17400"/>
              <a:gd name="p0y12" fmla="*/ 1905 h 2055"/>
              <a:gd name="p0x13" fmla="*/ 0 w 17400"/>
              <a:gd name="p0y13" fmla="*/ 150 h 2055"/>
              <a:gd name="p0x14" fmla="*/ 0 w 17400"/>
              <a:gd name="p0y14" fmla="*/ 67 h 2055"/>
              <a:gd name="p0x15" fmla="*/ 67 w 17400"/>
              <a:gd name="p0y15" fmla="*/ 0 h 2055"/>
              <a:gd name="p0x16" fmla="*/ 150 w 17400"/>
              <a:gd name="p0y16" fmla="*/ 0 h 205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2AB9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3742287" y="1470660"/>
            <a:ext cx="4707360" cy="5734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4000"/>
              </a:lnSpc>
            </a:pPr>
            <a:r>
              <a:rPr lang="zh-CN" altLang="en-US" sz="3300" b="1">
                <a:solidFill>
                  <a:srgbClr val="3B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个人中心</a:t>
            </a:r>
            <a:r>
              <a:rPr lang="en-US" altLang="zh-CN" sz="3300" b="1">
                <a:solidFill>
                  <a:srgbClr val="3B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AI</a:t>
            </a:r>
            <a:r>
              <a:rPr lang="zh-CN" altLang="en-US" sz="3300" b="1">
                <a:solidFill>
                  <a:srgbClr val="3B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智能客服</a:t>
            </a:r>
            <a:endParaRPr lang="zh-CN" altLang="en-US" sz="3300" b="1">
              <a:solidFill>
                <a:srgbClr val="3B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4"/>
            </p:custDataLst>
          </p:nvPr>
        </p:nvSpPr>
        <p:spPr>
          <a:xfrm>
            <a:off x="6750685" y="2649855"/>
            <a:ext cx="298450" cy="276225"/>
          </a:xfrm>
          <a:custGeom>
            <a:avLst/>
            <a:gdLst>
              <a:gd name="sw" fmla="*/ 1 w 469"/>
              <a:gd name="sh" fmla="*/ 1 h 435"/>
              <a:gd name="mins" fmla="min sw sh"/>
              <a:gd name="dsw" fmla="+- 0 sw mins"/>
              <a:gd name="dsh" fmla="+- 0 sh mins"/>
              <a:gd name="p0x0" fmla="*/ 60 w 469"/>
              <a:gd name="p0y0" fmla="*/ 0 h 435"/>
              <a:gd name="p0x1" fmla="*/ 409 w 469"/>
              <a:gd name="p0y1" fmla="*/ 0 h 435"/>
              <a:gd name="p0x2" fmla="*/ 443 w 469"/>
              <a:gd name="p0y2" fmla="*/ 0 h 435"/>
              <a:gd name="p0x3" fmla="*/ 469 w 469"/>
              <a:gd name="p0y3" fmla="*/ 26 h 435"/>
              <a:gd name="p0x4" fmla="*/ 469 w 469"/>
              <a:gd name="p0y4" fmla="*/ 60 h 435"/>
              <a:gd name="p0x5" fmla="*/ 469 w 469"/>
              <a:gd name="p0y5" fmla="*/ 375 h 435"/>
              <a:gd name="p0x6" fmla="*/ 469 w 469"/>
              <a:gd name="p0y6" fmla="*/ 408 h 435"/>
              <a:gd name="p0x7" fmla="*/ 443 w 469"/>
              <a:gd name="p0y7" fmla="*/ 435 h 435"/>
              <a:gd name="p0x8" fmla="*/ 409 w 469"/>
              <a:gd name="p0y8" fmla="*/ 435 h 435"/>
              <a:gd name="p0x9" fmla="*/ 60 w 469"/>
              <a:gd name="p0y9" fmla="*/ 435 h 435"/>
              <a:gd name="p0x10" fmla="*/ 26 w 469"/>
              <a:gd name="p0y10" fmla="*/ 435 h 435"/>
              <a:gd name="p0x11" fmla="*/ 0 w 469"/>
              <a:gd name="p0y11" fmla="*/ 408 h 435"/>
              <a:gd name="p0x12" fmla="*/ 0 w 469"/>
              <a:gd name="p0y12" fmla="*/ 375 h 435"/>
              <a:gd name="p0x13" fmla="*/ 0 w 469"/>
              <a:gd name="p0y13" fmla="*/ 60 h 435"/>
              <a:gd name="p0x14" fmla="*/ 0 w 469"/>
              <a:gd name="p0y14" fmla="*/ 26 h 435"/>
              <a:gd name="p0x15" fmla="*/ 26 w 469"/>
              <a:gd name="p0y15" fmla="*/ 0 h 435"/>
              <a:gd name="p0x16" fmla="*/ 60 w 469"/>
              <a:gd name="p0y16" fmla="*/ 0 h 43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5"/>
            </p:custDataLst>
          </p:nvPr>
        </p:nvSpPr>
        <p:spPr>
          <a:xfrm>
            <a:off x="6827492" y="2688431"/>
            <a:ext cx="298399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200" b="1">
                <a:solidFill>
                  <a:srgbClr val="7A483E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endParaRPr sz="1200" b="1">
              <a:solidFill>
                <a:srgbClr val="7A483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6"/>
            </p:custDataLst>
          </p:nvPr>
        </p:nvSpPr>
        <p:spPr>
          <a:xfrm>
            <a:off x="7125891" y="2638425"/>
            <a:ext cx="114307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智能客服</a:t>
            </a:r>
            <a:endParaRPr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7"/>
            </p:custDataLst>
          </p:nvPr>
        </p:nvSpPr>
        <p:spPr>
          <a:xfrm>
            <a:off x="575945" y="2642870"/>
            <a:ext cx="5941695" cy="807085"/>
          </a:xfrm>
          <a:custGeom>
            <a:avLst/>
            <a:gdLst>
              <a:gd name="sw" fmla="*/ 1 w 9356"/>
              <a:gd name="sh" fmla="*/ 1 h 1271"/>
              <a:gd name="mins" fmla="min sw sh"/>
              <a:gd name="dsw" fmla="+- 0 sw mins"/>
              <a:gd name="dsh" fmla="+- 0 sh mins"/>
              <a:gd name="p0x0" fmla="*/ 150 w 9356"/>
              <a:gd name="p0y0" fmla="*/ 0 h 1271"/>
              <a:gd name="p0x1" fmla="*/ 9206 w 9356"/>
              <a:gd name="p0y1" fmla="*/ 0 h 1271"/>
              <a:gd name="p0x2" fmla="*/ 9289 w 9356"/>
              <a:gd name="p0y2" fmla="*/ 0 h 1271"/>
              <a:gd name="p0x3" fmla="*/ 9356 w 9356"/>
              <a:gd name="p0y3" fmla="*/ 67 h 1271"/>
              <a:gd name="p0x4" fmla="*/ 9356 w 9356"/>
              <a:gd name="p0y4" fmla="*/ 150 h 1271"/>
              <a:gd name="p0x5" fmla="*/ 9356 w 9356"/>
              <a:gd name="p0y5" fmla="*/ 1121 h 1271"/>
              <a:gd name="p0x6" fmla="*/ 9356 w 9356"/>
              <a:gd name="p0y6" fmla="*/ 1204 h 1271"/>
              <a:gd name="p0x7" fmla="*/ 9289 w 9356"/>
              <a:gd name="p0y7" fmla="*/ 1271 h 1271"/>
              <a:gd name="p0x8" fmla="*/ 9206 w 9356"/>
              <a:gd name="p0y8" fmla="*/ 1271 h 1271"/>
              <a:gd name="p0x9" fmla="*/ 150 w 9356"/>
              <a:gd name="p0y9" fmla="*/ 1271 h 1271"/>
              <a:gd name="p0x10" fmla="*/ 67 w 9356"/>
              <a:gd name="p0y10" fmla="*/ 1271 h 1271"/>
              <a:gd name="p0x11" fmla="*/ 0 w 9356"/>
              <a:gd name="p0y11" fmla="*/ 1204 h 1271"/>
              <a:gd name="p0x12" fmla="*/ 0 w 9356"/>
              <a:gd name="p0y12" fmla="*/ 1121 h 1271"/>
              <a:gd name="p0x13" fmla="*/ 0 w 9356"/>
              <a:gd name="p0y13" fmla="*/ 150 h 1271"/>
              <a:gd name="p0x14" fmla="*/ 0 w 9356"/>
              <a:gd name="p0y14" fmla="*/ 67 h 1271"/>
              <a:gd name="p0x15" fmla="*/ 67 w 9356"/>
              <a:gd name="p0y15" fmla="*/ 0 h 1271"/>
              <a:gd name="p0x16" fmla="*/ 150 w 9356"/>
              <a:gd name="p0y16" fmla="*/ 0 h 1271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9F9"/>
          </a:solidFill>
          <a:ln w="9525" cmpd="sng">
            <a:solidFill>
              <a:srgbClr val="E8DDD9"/>
            </a:solidFill>
            <a:prstDash val="solid"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>
            <p:custDataLst>
              <p:tags r:id="rId8"/>
            </p:custDataLst>
          </p:nvPr>
        </p:nvSpPr>
        <p:spPr>
          <a:xfrm>
            <a:off x="771525" y="27082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-2000" t="-16167" r="-2000" b="-16167"/>
          <a:stretch>
            <a:fillRect/>
          </a:stretch>
        </p:blipFill>
        <p:spPr>
          <a:xfrm>
            <a:off x="857250" y="2789555"/>
            <a:ext cx="247650" cy="252095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12"/>
            </p:custDataLst>
          </p:nvPr>
        </p:nvSpPr>
        <p:spPr>
          <a:xfrm>
            <a:off x="1304925" y="2760259"/>
            <a:ext cx="3666087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钱包余额</a:t>
            </a:r>
            <a:r>
              <a:rPr lang="en-US" altLang="zh-CN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发布</a:t>
            </a:r>
            <a:r>
              <a:rPr lang="en-US" altLang="zh-CN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接取任务数统计</a:t>
            </a:r>
            <a:endParaRPr lang="zh-CN" altLang="en-US"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13"/>
            </p:custDataLst>
          </p:nvPr>
        </p:nvSpPr>
        <p:spPr>
          <a:xfrm>
            <a:off x="771525" y="3135373"/>
            <a:ext cx="5551141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</a:rPr>
              <a:t>实时展示账户资金与任务参与数据</a:t>
            </a:r>
            <a:endParaRPr sz="135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14"/>
            </p:custDataLst>
          </p:nvPr>
        </p:nvSpPr>
        <p:spPr>
          <a:xfrm>
            <a:off x="575945" y="3649980"/>
            <a:ext cx="5941695" cy="807720"/>
          </a:xfrm>
          <a:custGeom>
            <a:avLst/>
            <a:gdLst>
              <a:gd name="sw" fmla="*/ 1 w 9356"/>
              <a:gd name="sh" fmla="*/ 1 h 1271"/>
              <a:gd name="mins" fmla="min sw sh"/>
              <a:gd name="dsw" fmla="+- 0 sw mins"/>
              <a:gd name="dsh" fmla="+- 0 sh mins"/>
              <a:gd name="p0x0" fmla="*/ 150 w 9356"/>
              <a:gd name="p0y0" fmla="*/ 0 h 1271"/>
              <a:gd name="p0x1" fmla="*/ 9206 w 9356"/>
              <a:gd name="p0y1" fmla="*/ 0 h 1271"/>
              <a:gd name="p0x2" fmla="*/ 9289 w 9356"/>
              <a:gd name="p0y2" fmla="*/ 0 h 1271"/>
              <a:gd name="p0x3" fmla="*/ 9356 w 9356"/>
              <a:gd name="p0y3" fmla="*/ 67 h 1271"/>
              <a:gd name="p0x4" fmla="*/ 9356 w 9356"/>
              <a:gd name="p0y4" fmla="*/ 150 h 1271"/>
              <a:gd name="p0x5" fmla="*/ 9356 w 9356"/>
              <a:gd name="p0y5" fmla="*/ 1121 h 1271"/>
              <a:gd name="p0x6" fmla="*/ 9356 w 9356"/>
              <a:gd name="p0y6" fmla="*/ 1204 h 1271"/>
              <a:gd name="p0x7" fmla="*/ 9289 w 9356"/>
              <a:gd name="p0y7" fmla="*/ 1271 h 1271"/>
              <a:gd name="p0x8" fmla="*/ 9206 w 9356"/>
              <a:gd name="p0y8" fmla="*/ 1271 h 1271"/>
              <a:gd name="p0x9" fmla="*/ 150 w 9356"/>
              <a:gd name="p0y9" fmla="*/ 1271 h 1271"/>
              <a:gd name="p0x10" fmla="*/ 67 w 9356"/>
              <a:gd name="p0y10" fmla="*/ 1271 h 1271"/>
              <a:gd name="p0x11" fmla="*/ 0 w 9356"/>
              <a:gd name="p0y11" fmla="*/ 1204 h 1271"/>
              <a:gd name="p0x12" fmla="*/ 0 w 9356"/>
              <a:gd name="p0y12" fmla="*/ 1121 h 1271"/>
              <a:gd name="p0x13" fmla="*/ 0 w 9356"/>
              <a:gd name="p0y13" fmla="*/ 150 h 1271"/>
              <a:gd name="p0x14" fmla="*/ 0 w 9356"/>
              <a:gd name="p0y14" fmla="*/ 67 h 1271"/>
              <a:gd name="p0x15" fmla="*/ 67 w 9356"/>
              <a:gd name="p0y15" fmla="*/ 0 h 1271"/>
              <a:gd name="p0x16" fmla="*/ 150 w 9356"/>
              <a:gd name="p0y16" fmla="*/ 0 h 1271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9F9"/>
          </a:solidFill>
          <a:ln w="9525" cmpd="sng">
            <a:solidFill>
              <a:srgbClr val="E8DDD9"/>
            </a:solidFill>
            <a:prstDash val="solid"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>
            <p:custDataLst>
              <p:tags r:id="rId15"/>
            </p:custDataLst>
          </p:nvPr>
        </p:nvSpPr>
        <p:spPr>
          <a:xfrm>
            <a:off x="771525" y="371602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 l="-4691" t="-1026" r="-4691" b="-1026"/>
          <a:stretch>
            <a:fillRect/>
          </a:stretch>
        </p:blipFill>
        <p:spPr>
          <a:xfrm>
            <a:off x="840105" y="3796665"/>
            <a:ext cx="281305" cy="25273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19"/>
            </p:custDataLst>
          </p:nvPr>
        </p:nvSpPr>
        <p:spPr>
          <a:xfrm>
            <a:off x="1304925" y="3767528"/>
            <a:ext cx="36576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星级评分展示，点击查看全部评价</a:t>
            </a:r>
            <a:endParaRPr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20"/>
            </p:custDataLst>
          </p:nvPr>
        </p:nvSpPr>
        <p:spPr>
          <a:xfrm>
            <a:off x="771525" y="4142642"/>
            <a:ext cx="5551141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</a:rPr>
              <a:t>可视化信誉体系，支持评价详情穿透</a:t>
            </a:r>
            <a:endParaRPr sz="135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21"/>
            </p:custDataLst>
          </p:nvPr>
        </p:nvSpPr>
        <p:spPr>
          <a:xfrm>
            <a:off x="575945" y="4657725"/>
            <a:ext cx="5941695" cy="807085"/>
          </a:xfrm>
          <a:custGeom>
            <a:avLst/>
            <a:gdLst>
              <a:gd name="sw" fmla="*/ 1 w 9356"/>
              <a:gd name="sh" fmla="*/ 1 h 1271"/>
              <a:gd name="mins" fmla="min sw sh"/>
              <a:gd name="dsw" fmla="+- 0 sw mins"/>
              <a:gd name="dsh" fmla="+- 0 sh mins"/>
              <a:gd name="p0x0" fmla="*/ 150 w 9356"/>
              <a:gd name="p0y0" fmla="*/ 0 h 1271"/>
              <a:gd name="p0x1" fmla="*/ 9206 w 9356"/>
              <a:gd name="p0y1" fmla="*/ 0 h 1271"/>
              <a:gd name="p0x2" fmla="*/ 9289 w 9356"/>
              <a:gd name="p0y2" fmla="*/ 0 h 1271"/>
              <a:gd name="p0x3" fmla="*/ 9356 w 9356"/>
              <a:gd name="p0y3" fmla="*/ 67 h 1271"/>
              <a:gd name="p0x4" fmla="*/ 9356 w 9356"/>
              <a:gd name="p0y4" fmla="*/ 150 h 1271"/>
              <a:gd name="p0x5" fmla="*/ 9356 w 9356"/>
              <a:gd name="p0y5" fmla="*/ 1121 h 1271"/>
              <a:gd name="p0x6" fmla="*/ 9356 w 9356"/>
              <a:gd name="p0y6" fmla="*/ 1204 h 1271"/>
              <a:gd name="p0x7" fmla="*/ 9289 w 9356"/>
              <a:gd name="p0y7" fmla="*/ 1271 h 1271"/>
              <a:gd name="p0x8" fmla="*/ 9206 w 9356"/>
              <a:gd name="p0y8" fmla="*/ 1271 h 1271"/>
              <a:gd name="p0x9" fmla="*/ 150 w 9356"/>
              <a:gd name="p0y9" fmla="*/ 1271 h 1271"/>
              <a:gd name="p0x10" fmla="*/ 67 w 9356"/>
              <a:gd name="p0y10" fmla="*/ 1271 h 1271"/>
              <a:gd name="p0x11" fmla="*/ 0 w 9356"/>
              <a:gd name="p0y11" fmla="*/ 1204 h 1271"/>
              <a:gd name="p0x12" fmla="*/ 0 w 9356"/>
              <a:gd name="p0y12" fmla="*/ 1121 h 1271"/>
              <a:gd name="p0x13" fmla="*/ 0 w 9356"/>
              <a:gd name="p0y13" fmla="*/ 150 h 1271"/>
              <a:gd name="p0x14" fmla="*/ 0 w 9356"/>
              <a:gd name="p0y14" fmla="*/ 67 h 1271"/>
              <a:gd name="p0x15" fmla="*/ 67 w 9356"/>
              <a:gd name="p0y15" fmla="*/ 0 h 1271"/>
              <a:gd name="p0x16" fmla="*/ 150 w 9356"/>
              <a:gd name="p0y16" fmla="*/ 0 h 1271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9F9"/>
          </a:solidFill>
          <a:ln w="9525" cmpd="sng">
            <a:solidFill>
              <a:srgbClr val="E8DDD9"/>
            </a:solidFill>
            <a:prstDash val="solid"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22"/>
            </p:custDataLst>
          </p:nvPr>
        </p:nvSpPr>
        <p:spPr>
          <a:xfrm>
            <a:off x="771525" y="472313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 l="-2000" t="-16333" r="-2000" b="-16333"/>
          <a:stretch>
            <a:fillRect/>
          </a:stretch>
        </p:blipFill>
        <p:spPr>
          <a:xfrm>
            <a:off x="857250" y="4803775"/>
            <a:ext cx="247650" cy="252730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26"/>
            </p:custDataLst>
          </p:nvPr>
        </p:nvSpPr>
        <p:spPr>
          <a:xfrm>
            <a:off x="1304925" y="4774797"/>
            <a:ext cx="5274764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任务列表按状态分类：待接单</a:t>
            </a:r>
            <a:r>
              <a:rPr lang="en-US" altLang="zh-CN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进行中</a:t>
            </a:r>
            <a:r>
              <a:rPr lang="en-US" altLang="zh-CN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已完成</a:t>
            </a:r>
            <a:endParaRPr lang="zh-CN" altLang="en-US"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27"/>
            </p:custDataLst>
          </p:nvPr>
        </p:nvSpPr>
        <p:spPr>
          <a:xfrm>
            <a:off x="771525" y="5149910"/>
            <a:ext cx="5551141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</a:rPr>
              <a:t>三态筛选，任务进度一目了然</a:t>
            </a:r>
            <a:endParaRPr sz="135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28"/>
            </p:custDataLst>
          </p:nvPr>
        </p:nvSpPr>
        <p:spPr>
          <a:xfrm>
            <a:off x="575945" y="5664835"/>
            <a:ext cx="5941695" cy="807085"/>
          </a:xfrm>
          <a:custGeom>
            <a:avLst/>
            <a:gdLst>
              <a:gd name="sw" fmla="*/ 1 w 9356"/>
              <a:gd name="sh" fmla="*/ 1 h 1271"/>
              <a:gd name="mins" fmla="min sw sh"/>
              <a:gd name="dsw" fmla="+- 0 sw mins"/>
              <a:gd name="dsh" fmla="+- 0 sh mins"/>
              <a:gd name="p0x0" fmla="*/ 150 w 9356"/>
              <a:gd name="p0y0" fmla="*/ 0 h 1271"/>
              <a:gd name="p0x1" fmla="*/ 9206 w 9356"/>
              <a:gd name="p0y1" fmla="*/ 0 h 1271"/>
              <a:gd name="p0x2" fmla="*/ 9289 w 9356"/>
              <a:gd name="p0y2" fmla="*/ 0 h 1271"/>
              <a:gd name="p0x3" fmla="*/ 9356 w 9356"/>
              <a:gd name="p0y3" fmla="*/ 67 h 1271"/>
              <a:gd name="p0x4" fmla="*/ 9356 w 9356"/>
              <a:gd name="p0y4" fmla="*/ 150 h 1271"/>
              <a:gd name="p0x5" fmla="*/ 9356 w 9356"/>
              <a:gd name="p0y5" fmla="*/ 1121 h 1271"/>
              <a:gd name="p0x6" fmla="*/ 9356 w 9356"/>
              <a:gd name="p0y6" fmla="*/ 1204 h 1271"/>
              <a:gd name="p0x7" fmla="*/ 9289 w 9356"/>
              <a:gd name="p0y7" fmla="*/ 1271 h 1271"/>
              <a:gd name="p0x8" fmla="*/ 9206 w 9356"/>
              <a:gd name="p0y8" fmla="*/ 1271 h 1271"/>
              <a:gd name="p0x9" fmla="*/ 150 w 9356"/>
              <a:gd name="p0y9" fmla="*/ 1271 h 1271"/>
              <a:gd name="p0x10" fmla="*/ 67 w 9356"/>
              <a:gd name="p0y10" fmla="*/ 1271 h 1271"/>
              <a:gd name="p0x11" fmla="*/ 0 w 9356"/>
              <a:gd name="p0y11" fmla="*/ 1204 h 1271"/>
              <a:gd name="p0x12" fmla="*/ 0 w 9356"/>
              <a:gd name="p0y12" fmla="*/ 1121 h 1271"/>
              <a:gd name="p0x13" fmla="*/ 0 w 9356"/>
              <a:gd name="p0y13" fmla="*/ 150 h 1271"/>
              <a:gd name="p0x14" fmla="*/ 0 w 9356"/>
              <a:gd name="p0y14" fmla="*/ 67 h 1271"/>
              <a:gd name="p0x15" fmla="*/ 67 w 9356"/>
              <a:gd name="p0y15" fmla="*/ 0 h 1271"/>
              <a:gd name="p0x16" fmla="*/ 150 w 9356"/>
              <a:gd name="p0y16" fmla="*/ 0 h 1271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9F9"/>
          </a:solidFill>
          <a:ln w="9525" cmpd="sng">
            <a:solidFill>
              <a:srgbClr val="E8DDD9"/>
            </a:solidFill>
            <a:prstDash val="solid"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>
            <p:custDataLst>
              <p:tags r:id="rId29"/>
            </p:custDataLst>
          </p:nvPr>
        </p:nvSpPr>
        <p:spPr>
          <a:xfrm>
            <a:off x="771525" y="573024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 l="-2273" t="-897" r="-2273" b="-897"/>
          <a:stretch>
            <a:fillRect/>
          </a:stretch>
        </p:blipFill>
        <p:spPr>
          <a:xfrm>
            <a:off x="871220" y="5811520"/>
            <a:ext cx="219075" cy="252095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33"/>
            </p:custDataLst>
          </p:nvPr>
        </p:nvSpPr>
        <p:spPr>
          <a:xfrm>
            <a:off x="1304925" y="5782066"/>
            <a:ext cx="436446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钱包充值：快捷金额</a:t>
            </a:r>
            <a:r>
              <a:rPr lang="en-US" altLang="zh-CN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 / 50 / 100 </a:t>
            </a:r>
            <a:r>
              <a:rPr lang="zh-CN" altLang="en-US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</a:t>
            </a:r>
            <a:endParaRPr lang="zh-CN" altLang="en-US"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34"/>
            </p:custDataLst>
          </p:nvPr>
        </p:nvSpPr>
        <p:spPr>
          <a:xfrm>
            <a:off x="771525" y="6157179"/>
            <a:ext cx="5551141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</a:rPr>
              <a:t>一键充值，快速到账</a:t>
            </a:r>
            <a:endParaRPr sz="135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35"/>
            </p:custDataLst>
          </p:nvPr>
        </p:nvSpPr>
        <p:spPr>
          <a:xfrm>
            <a:off x="6755765" y="3133725"/>
            <a:ext cx="4859655" cy="979170"/>
          </a:xfrm>
          <a:custGeom>
            <a:avLst/>
            <a:gdLst>
              <a:gd name="sw" fmla="*/ 1 w 7653"/>
              <a:gd name="sh" fmla="*/ 1 h 1542"/>
              <a:gd name="mins" fmla="min sw sh"/>
              <a:gd name="dsw" fmla="+- 0 sw mins"/>
              <a:gd name="dsh" fmla="+- 0 sh mins"/>
              <a:gd name="p0x0" fmla="*/ 150 w 7653"/>
              <a:gd name="p0y0" fmla="*/ 0 h 1542"/>
              <a:gd name="p0x1" fmla="*/ 7503 w 7653"/>
              <a:gd name="p0y1" fmla="*/ 0 h 1542"/>
              <a:gd name="p0x2" fmla="*/ 7585 w 7653"/>
              <a:gd name="p0y2" fmla="*/ 0 h 1542"/>
              <a:gd name="p0x3" fmla="*/ 7653 w 7653"/>
              <a:gd name="p0y3" fmla="*/ 67 h 1542"/>
              <a:gd name="p0x4" fmla="*/ 7653 w 7653"/>
              <a:gd name="p0y4" fmla="*/ 150 h 1542"/>
              <a:gd name="p0x5" fmla="*/ 7653 w 7653"/>
              <a:gd name="p0y5" fmla="*/ 1392 h 1542"/>
              <a:gd name="p0x6" fmla="*/ 7653 w 7653"/>
              <a:gd name="p0y6" fmla="*/ 1475 h 1542"/>
              <a:gd name="p0x7" fmla="*/ 7585 w 7653"/>
              <a:gd name="p0y7" fmla="*/ 1542 h 1542"/>
              <a:gd name="p0x8" fmla="*/ 7503 w 7653"/>
              <a:gd name="p0y8" fmla="*/ 1542 h 1542"/>
              <a:gd name="p0x9" fmla="*/ 150 w 7653"/>
              <a:gd name="p0y9" fmla="*/ 1542 h 1542"/>
              <a:gd name="p0x10" fmla="*/ 67 w 7653"/>
              <a:gd name="p0y10" fmla="*/ 1542 h 1542"/>
              <a:gd name="p0x11" fmla="*/ 0 w 7653"/>
              <a:gd name="p0y11" fmla="*/ 1475 h 1542"/>
              <a:gd name="p0x12" fmla="*/ 0 w 7653"/>
              <a:gd name="p0y12" fmla="*/ 1392 h 1542"/>
              <a:gd name="p0x13" fmla="*/ 0 w 7653"/>
              <a:gd name="p0y13" fmla="*/ 150 h 1542"/>
              <a:gd name="p0x14" fmla="*/ 0 w 7653"/>
              <a:gd name="p0y14" fmla="*/ 67 h 1542"/>
              <a:gd name="p0x15" fmla="*/ 67 w 7653"/>
              <a:gd name="p0y15" fmla="*/ 0 h 1542"/>
              <a:gd name="p0x16" fmla="*/ 150 w 7653"/>
              <a:gd name="p0y16" fmla="*/ 0 h 1542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9F9"/>
          </a:solidFill>
          <a:ln w="9525" cmpd="sng">
            <a:solidFill>
              <a:srgbClr val="E8DDD9"/>
            </a:solidFill>
            <a:prstDash val="solid"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>
            <p:custDataLst>
              <p:tags r:id="rId36"/>
            </p:custDataLst>
          </p:nvPr>
        </p:nvSpPr>
        <p:spPr>
          <a:xfrm>
            <a:off x="6950710" y="325120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 l="-2366" t="-3067" r="-2366" b="-3067"/>
          <a:stretch>
            <a:fillRect/>
          </a:stretch>
        </p:blipFill>
        <p:spPr>
          <a:xfrm>
            <a:off x="7005955" y="3331845"/>
            <a:ext cx="309245" cy="252730"/>
          </a:xfrm>
          <a:prstGeom prst="rect">
            <a:avLst/>
          </a:prstGeom>
        </p:spPr>
      </p:pic>
      <p:sp>
        <p:nvSpPr>
          <p:cNvPr id="32" name="文本框 31"/>
          <p:cNvSpPr txBox="1"/>
          <p:nvPr>
            <p:custDataLst>
              <p:tags r:id="rId40"/>
            </p:custDataLst>
          </p:nvPr>
        </p:nvSpPr>
        <p:spPr>
          <a:xfrm>
            <a:off x="7484717" y="3302813"/>
            <a:ext cx="246526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en-US" altLang="zh-CN" b="1" dirty="0" err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</a:t>
            </a:r>
            <a:r>
              <a:rPr lang="en-US" b="1" dirty="0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Chat </a:t>
            </a:r>
            <a:r>
              <a:rPr lang="zh-CN" b="1" dirty="0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接入</a:t>
            </a:r>
            <a:endParaRPr lang="zh-CN" b="1" dirty="0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41"/>
            </p:custDataLst>
          </p:nvPr>
        </p:nvSpPr>
        <p:spPr>
          <a:xfrm>
            <a:off x="6951317" y="3730018"/>
            <a:ext cx="4469159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</a:rPr>
              <a:t>大模型驱动，智能语义理解</a:t>
            </a:r>
            <a:endParaRPr sz="135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42"/>
            </p:custDataLst>
          </p:nvPr>
        </p:nvSpPr>
        <p:spPr>
          <a:xfrm>
            <a:off x="6755765" y="4312920"/>
            <a:ext cx="4859655" cy="979805"/>
          </a:xfrm>
          <a:custGeom>
            <a:avLst/>
            <a:gdLst>
              <a:gd name="sw" fmla="*/ 1 w 7653"/>
              <a:gd name="sh" fmla="*/ 1 h 1542"/>
              <a:gd name="mins" fmla="min sw sh"/>
              <a:gd name="dsw" fmla="+- 0 sw mins"/>
              <a:gd name="dsh" fmla="+- 0 sh mins"/>
              <a:gd name="p0x0" fmla="*/ 150 w 7653"/>
              <a:gd name="p0y0" fmla="*/ 0 h 1542"/>
              <a:gd name="p0x1" fmla="*/ 7503 w 7653"/>
              <a:gd name="p0y1" fmla="*/ 0 h 1542"/>
              <a:gd name="p0x2" fmla="*/ 7585 w 7653"/>
              <a:gd name="p0y2" fmla="*/ 0 h 1542"/>
              <a:gd name="p0x3" fmla="*/ 7653 w 7653"/>
              <a:gd name="p0y3" fmla="*/ 67 h 1542"/>
              <a:gd name="p0x4" fmla="*/ 7653 w 7653"/>
              <a:gd name="p0y4" fmla="*/ 150 h 1542"/>
              <a:gd name="p0x5" fmla="*/ 7653 w 7653"/>
              <a:gd name="p0y5" fmla="*/ 1392 h 1542"/>
              <a:gd name="p0x6" fmla="*/ 7653 w 7653"/>
              <a:gd name="p0y6" fmla="*/ 1475 h 1542"/>
              <a:gd name="p0x7" fmla="*/ 7585 w 7653"/>
              <a:gd name="p0y7" fmla="*/ 1542 h 1542"/>
              <a:gd name="p0x8" fmla="*/ 7503 w 7653"/>
              <a:gd name="p0y8" fmla="*/ 1542 h 1542"/>
              <a:gd name="p0x9" fmla="*/ 150 w 7653"/>
              <a:gd name="p0y9" fmla="*/ 1542 h 1542"/>
              <a:gd name="p0x10" fmla="*/ 67 w 7653"/>
              <a:gd name="p0y10" fmla="*/ 1542 h 1542"/>
              <a:gd name="p0x11" fmla="*/ 0 w 7653"/>
              <a:gd name="p0y11" fmla="*/ 1475 h 1542"/>
              <a:gd name="p0x12" fmla="*/ 0 w 7653"/>
              <a:gd name="p0y12" fmla="*/ 1392 h 1542"/>
              <a:gd name="p0x13" fmla="*/ 0 w 7653"/>
              <a:gd name="p0y13" fmla="*/ 150 h 1542"/>
              <a:gd name="p0x14" fmla="*/ 0 w 7653"/>
              <a:gd name="p0y14" fmla="*/ 67 h 1542"/>
              <a:gd name="p0x15" fmla="*/ 67 w 7653"/>
              <a:gd name="p0y15" fmla="*/ 0 h 1542"/>
              <a:gd name="p0x16" fmla="*/ 150 w 7653"/>
              <a:gd name="p0y16" fmla="*/ 0 h 1542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9F9"/>
          </a:solidFill>
          <a:ln w="9525" cmpd="sng">
            <a:solidFill>
              <a:srgbClr val="E8DDD9"/>
            </a:solidFill>
            <a:prstDash val="solid"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任意多边形 34"/>
          <p:cNvSpPr/>
          <p:nvPr>
            <p:custDataLst>
              <p:tags r:id="rId43"/>
            </p:custDataLst>
          </p:nvPr>
        </p:nvSpPr>
        <p:spPr>
          <a:xfrm>
            <a:off x="6950710" y="443039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6" name="图片 35"/>
          <p:cNvPicPr>
            <a:picLocks noChangeAspect="1"/>
          </p:cNvPicPr>
          <p:nvPr>
            <p:custDataLst>
              <p:tags r:id="rId44"/>
            </p:custDataLst>
          </p:nvPr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 l="-2000" t="-2933" r="-2000" b="-2933"/>
          <a:stretch>
            <a:fillRect/>
          </a:stretch>
        </p:blipFill>
        <p:spPr>
          <a:xfrm>
            <a:off x="7036435" y="4511675"/>
            <a:ext cx="247650" cy="252095"/>
          </a:xfrm>
          <a:prstGeom prst="rect">
            <a:avLst/>
          </a:prstGeom>
        </p:spPr>
      </p:pic>
      <p:sp>
        <p:nvSpPr>
          <p:cNvPr id="37" name="文本框 36"/>
          <p:cNvSpPr txBox="1"/>
          <p:nvPr>
            <p:custDataLst>
              <p:tags r:id="rId47"/>
            </p:custDataLst>
          </p:nvPr>
        </p:nvSpPr>
        <p:spPr>
          <a:xfrm>
            <a:off x="7484717" y="4482351"/>
            <a:ext cx="20574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快捷常见问题按钮</a:t>
            </a:r>
            <a:endParaRPr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48"/>
            </p:custDataLst>
          </p:nvPr>
        </p:nvSpPr>
        <p:spPr>
          <a:xfrm>
            <a:off x="6951317" y="4909557"/>
            <a:ext cx="4469159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</a:rPr>
              <a:t>预设高频问答，一键直达</a:t>
            </a:r>
            <a:endParaRPr sz="135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任意多边形 38"/>
          <p:cNvSpPr/>
          <p:nvPr>
            <p:custDataLst>
              <p:tags r:id="rId49"/>
            </p:custDataLst>
          </p:nvPr>
        </p:nvSpPr>
        <p:spPr>
          <a:xfrm>
            <a:off x="6755765" y="5492750"/>
            <a:ext cx="4859655" cy="979170"/>
          </a:xfrm>
          <a:custGeom>
            <a:avLst/>
            <a:gdLst>
              <a:gd name="sw" fmla="*/ 1 w 7653"/>
              <a:gd name="sh" fmla="*/ 1 h 1542"/>
              <a:gd name="mins" fmla="min sw sh"/>
              <a:gd name="dsw" fmla="+- 0 sw mins"/>
              <a:gd name="dsh" fmla="+- 0 sh mins"/>
              <a:gd name="p0x0" fmla="*/ 150 w 7653"/>
              <a:gd name="p0y0" fmla="*/ 0 h 1542"/>
              <a:gd name="p0x1" fmla="*/ 7503 w 7653"/>
              <a:gd name="p0y1" fmla="*/ 0 h 1542"/>
              <a:gd name="p0x2" fmla="*/ 7585 w 7653"/>
              <a:gd name="p0y2" fmla="*/ 0 h 1542"/>
              <a:gd name="p0x3" fmla="*/ 7653 w 7653"/>
              <a:gd name="p0y3" fmla="*/ 67 h 1542"/>
              <a:gd name="p0x4" fmla="*/ 7653 w 7653"/>
              <a:gd name="p0y4" fmla="*/ 150 h 1542"/>
              <a:gd name="p0x5" fmla="*/ 7653 w 7653"/>
              <a:gd name="p0y5" fmla="*/ 1392 h 1542"/>
              <a:gd name="p0x6" fmla="*/ 7653 w 7653"/>
              <a:gd name="p0y6" fmla="*/ 1475 h 1542"/>
              <a:gd name="p0x7" fmla="*/ 7585 w 7653"/>
              <a:gd name="p0y7" fmla="*/ 1542 h 1542"/>
              <a:gd name="p0x8" fmla="*/ 7503 w 7653"/>
              <a:gd name="p0y8" fmla="*/ 1542 h 1542"/>
              <a:gd name="p0x9" fmla="*/ 150 w 7653"/>
              <a:gd name="p0y9" fmla="*/ 1542 h 1542"/>
              <a:gd name="p0x10" fmla="*/ 67 w 7653"/>
              <a:gd name="p0y10" fmla="*/ 1542 h 1542"/>
              <a:gd name="p0x11" fmla="*/ 0 w 7653"/>
              <a:gd name="p0y11" fmla="*/ 1475 h 1542"/>
              <a:gd name="p0x12" fmla="*/ 0 w 7653"/>
              <a:gd name="p0y12" fmla="*/ 1392 h 1542"/>
              <a:gd name="p0x13" fmla="*/ 0 w 7653"/>
              <a:gd name="p0y13" fmla="*/ 150 h 1542"/>
              <a:gd name="p0x14" fmla="*/ 0 w 7653"/>
              <a:gd name="p0y14" fmla="*/ 67 h 1542"/>
              <a:gd name="p0x15" fmla="*/ 67 w 7653"/>
              <a:gd name="p0y15" fmla="*/ 0 h 1542"/>
              <a:gd name="p0x16" fmla="*/ 150 w 7653"/>
              <a:gd name="p0y16" fmla="*/ 0 h 1542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9F9"/>
          </a:solidFill>
          <a:ln w="9525" cmpd="sng">
            <a:solidFill>
              <a:srgbClr val="E8DDD9"/>
            </a:solidFill>
            <a:prstDash val="solid"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任意多边形 39"/>
          <p:cNvSpPr/>
          <p:nvPr>
            <p:custDataLst>
              <p:tags r:id="rId50"/>
            </p:custDataLst>
          </p:nvPr>
        </p:nvSpPr>
        <p:spPr>
          <a:xfrm>
            <a:off x="6950710" y="56102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1" name="图片 40"/>
          <p:cNvPicPr>
            <a:picLocks noChangeAspect="1"/>
          </p:cNvPicPr>
          <p:nvPr>
            <p:custDataLst>
              <p:tags r:id="rId51"/>
            </p:custDataLst>
          </p:nvPr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 l="-1404" t="-1026" r="-1404" b="-1026"/>
          <a:stretch>
            <a:fillRect/>
          </a:stretch>
        </p:blipFill>
        <p:spPr>
          <a:xfrm>
            <a:off x="7067550" y="5690870"/>
            <a:ext cx="186055" cy="252730"/>
          </a:xfrm>
          <a:prstGeom prst="rect">
            <a:avLst/>
          </a:prstGeom>
        </p:spPr>
      </p:pic>
      <p:sp>
        <p:nvSpPr>
          <p:cNvPr id="42" name="文本框 41"/>
          <p:cNvSpPr txBox="1"/>
          <p:nvPr>
            <p:custDataLst>
              <p:tags r:id="rId54"/>
            </p:custDataLst>
          </p:nvPr>
        </p:nvSpPr>
        <p:spPr>
          <a:xfrm>
            <a:off x="7484717" y="5661889"/>
            <a:ext cx="20574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无需登录即可咨询</a:t>
            </a:r>
            <a:endParaRPr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55"/>
            </p:custDataLst>
          </p:nvPr>
        </p:nvSpPr>
        <p:spPr>
          <a:xfrm>
            <a:off x="6951317" y="6089094"/>
            <a:ext cx="4469159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</a:rPr>
              <a:t>零门槛服务，即时响应</a:t>
            </a:r>
            <a:endParaRPr sz="135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0" name="图片 49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1176020" y="1108233"/>
            <a:ext cx="3294155" cy="5278041"/>
          </a:xfrm>
          <a:prstGeom prst="rect">
            <a:avLst/>
          </a:prstGeom>
        </p:spPr>
      </p:pic>
      <p:pic>
        <p:nvPicPr>
          <p:cNvPr id="52" name="图片 51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4980346" y="1118499"/>
            <a:ext cx="3288621" cy="529244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个人中心与</a:t>
            </a:r>
            <a:r>
              <a:rPr lang="en-US" altLang="zh-CN" sz="3000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3000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客服</a:t>
            </a:r>
            <a:endParaRPr lang="zh-CN" altLang="en-US" sz="3000"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1500" y="1104900"/>
            <a:ext cx="11049000" cy="1304925"/>
          </a:xfrm>
          <a:custGeom>
            <a:avLst/>
            <a:gdLst>
              <a:gd name="sw" fmla="*/ 1 w 17400"/>
              <a:gd name="sh" fmla="*/ 1 h 2055"/>
              <a:gd name="mins" fmla="min sw sh"/>
              <a:gd name="dsw" fmla="+- 0 sw mins"/>
              <a:gd name="dsh" fmla="+- 0 sh mins"/>
              <a:gd name="p0x0" fmla="*/ 150 w 17400"/>
              <a:gd name="p0y0" fmla="*/ 0 h 2055"/>
              <a:gd name="p0x1" fmla="*/ 17250 w 17400"/>
              <a:gd name="p0y1" fmla="*/ 0 h 2055"/>
              <a:gd name="p0x2" fmla="*/ 17332 w 17400"/>
              <a:gd name="p0y2" fmla="*/ 0 h 2055"/>
              <a:gd name="p0x3" fmla="*/ 17400 w 17400"/>
              <a:gd name="p0y3" fmla="*/ 67 h 2055"/>
              <a:gd name="p0x4" fmla="*/ 17400 w 17400"/>
              <a:gd name="p0y4" fmla="*/ 150 h 2055"/>
              <a:gd name="p0x5" fmla="*/ 17400 w 17400"/>
              <a:gd name="p0y5" fmla="*/ 1905 h 2055"/>
              <a:gd name="p0x6" fmla="*/ 17400 w 17400"/>
              <a:gd name="p0y6" fmla="*/ 1987 h 2055"/>
              <a:gd name="p0x7" fmla="*/ 17332 w 17400"/>
              <a:gd name="p0y7" fmla="*/ 2055 h 2055"/>
              <a:gd name="p0x8" fmla="*/ 17250 w 17400"/>
              <a:gd name="p0y8" fmla="*/ 2055 h 2055"/>
              <a:gd name="p0x9" fmla="*/ 150 w 17400"/>
              <a:gd name="p0y9" fmla="*/ 2055 h 2055"/>
              <a:gd name="p0x10" fmla="*/ 67 w 17400"/>
              <a:gd name="p0y10" fmla="*/ 2055 h 2055"/>
              <a:gd name="p0x11" fmla="*/ 0 w 17400"/>
              <a:gd name="p0y11" fmla="*/ 1987 h 2055"/>
              <a:gd name="p0x12" fmla="*/ 0 w 17400"/>
              <a:gd name="p0y12" fmla="*/ 1905 h 2055"/>
              <a:gd name="p0x13" fmla="*/ 0 w 17400"/>
              <a:gd name="p0y13" fmla="*/ 150 h 2055"/>
              <a:gd name="p0x14" fmla="*/ 0 w 17400"/>
              <a:gd name="p0y14" fmla="*/ 67 h 2055"/>
              <a:gd name="p0x15" fmla="*/ 67 w 17400"/>
              <a:gd name="p0y15" fmla="*/ 0 h 2055"/>
              <a:gd name="p0x16" fmla="*/ 150 w 17400"/>
              <a:gd name="p0y16" fmla="*/ 0 h 205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2AB9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3742287" y="1470660"/>
            <a:ext cx="4707360" cy="5734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4000"/>
              </a:lnSpc>
            </a:pPr>
            <a:r>
              <a:rPr lang="zh-CN" altLang="en-US" sz="3300" b="1">
                <a:solidFill>
                  <a:srgbClr val="3B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个人中心</a:t>
            </a:r>
            <a:r>
              <a:rPr lang="en-US" altLang="zh-CN" sz="3300" b="1">
                <a:solidFill>
                  <a:srgbClr val="3B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AI</a:t>
            </a:r>
            <a:r>
              <a:rPr lang="zh-CN" altLang="en-US" sz="3300" b="1">
                <a:solidFill>
                  <a:srgbClr val="3B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智能客服</a:t>
            </a:r>
            <a:endParaRPr lang="zh-CN" altLang="en-US" sz="3300" b="1">
              <a:solidFill>
                <a:srgbClr val="3B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4"/>
            </p:custDataLst>
          </p:nvPr>
        </p:nvSpPr>
        <p:spPr>
          <a:xfrm>
            <a:off x="6750685" y="2649855"/>
            <a:ext cx="298450" cy="276225"/>
          </a:xfrm>
          <a:custGeom>
            <a:avLst/>
            <a:gdLst>
              <a:gd name="sw" fmla="*/ 1 w 469"/>
              <a:gd name="sh" fmla="*/ 1 h 435"/>
              <a:gd name="mins" fmla="min sw sh"/>
              <a:gd name="dsw" fmla="+- 0 sw mins"/>
              <a:gd name="dsh" fmla="+- 0 sh mins"/>
              <a:gd name="p0x0" fmla="*/ 60 w 469"/>
              <a:gd name="p0y0" fmla="*/ 0 h 435"/>
              <a:gd name="p0x1" fmla="*/ 409 w 469"/>
              <a:gd name="p0y1" fmla="*/ 0 h 435"/>
              <a:gd name="p0x2" fmla="*/ 443 w 469"/>
              <a:gd name="p0y2" fmla="*/ 0 h 435"/>
              <a:gd name="p0x3" fmla="*/ 469 w 469"/>
              <a:gd name="p0y3" fmla="*/ 26 h 435"/>
              <a:gd name="p0x4" fmla="*/ 469 w 469"/>
              <a:gd name="p0y4" fmla="*/ 60 h 435"/>
              <a:gd name="p0x5" fmla="*/ 469 w 469"/>
              <a:gd name="p0y5" fmla="*/ 375 h 435"/>
              <a:gd name="p0x6" fmla="*/ 469 w 469"/>
              <a:gd name="p0y6" fmla="*/ 408 h 435"/>
              <a:gd name="p0x7" fmla="*/ 443 w 469"/>
              <a:gd name="p0y7" fmla="*/ 435 h 435"/>
              <a:gd name="p0x8" fmla="*/ 409 w 469"/>
              <a:gd name="p0y8" fmla="*/ 435 h 435"/>
              <a:gd name="p0x9" fmla="*/ 60 w 469"/>
              <a:gd name="p0y9" fmla="*/ 435 h 435"/>
              <a:gd name="p0x10" fmla="*/ 26 w 469"/>
              <a:gd name="p0y10" fmla="*/ 435 h 435"/>
              <a:gd name="p0x11" fmla="*/ 0 w 469"/>
              <a:gd name="p0y11" fmla="*/ 408 h 435"/>
              <a:gd name="p0x12" fmla="*/ 0 w 469"/>
              <a:gd name="p0y12" fmla="*/ 375 h 435"/>
              <a:gd name="p0x13" fmla="*/ 0 w 469"/>
              <a:gd name="p0y13" fmla="*/ 60 h 435"/>
              <a:gd name="p0x14" fmla="*/ 0 w 469"/>
              <a:gd name="p0y14" fmla="*/ 26 h 435"/>
              <a:gd name="p0x15" fmla="*/ 26 w 469"/>
              <a:gd name="p0y15" fmla="*/ 0 h 435"/>
              <a:gd name="p0x16" fmla="*/ 60 w 469"/>
              <a:gd name="p0y16" fmla="*/ 0 h 43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5"/>
            </p:custDataLst>
          </p:nvPr>
        </p:nvSpPr>
        <p:spPr>
          <a:xfrm>
            <a:off x="6827492" y="2688431"/>
            <a:ext cx="298399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200" b="1">
                <a:solidFill>
                  <a:srgbClr val="7A483E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endParaRPr sz="1200" b="1">
              <a:solidFill>
                <a:srgbClr val="7A483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6"/>
            </p:custDataLst>
          </p:nvPr>
        </p:nvSpPr>
        <p:spPr>
          <a:xfrm>
            <a:off x="7125891" y="2638425"/>
            <a:ext cx="114307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智能客服</a:t>
            </a:r>
            <a:endParaRPr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7"/>
            </p:custDataLst>
          </p:nvPr>
        </p:nvSpPr>
        <p:spPr>
          <a:xfrm>
            <a:off x="575945" y="2642870"/>
            <a:ext cx="5941695" cy="807085"/>
          </a:xfrm>
          <a:custGeom>
            <a:avLst/>
            <a:gdLst>
              <a:gd name="sw" fmla="*/ 1 w 9356"/>
              <a:gd name="sh" fmla="*/ 1 h 1271"/>
              <a:gd name="mins" fmla="min sw sh"/>
              <a:gd name="dsw" fmla="+- 0 sw mins"/>
              <a:gd name="dsh" fmla="+- 0 sh mins"/>
              <a:gd name="p0x0" fmla="*/ 150 w 9356"/>
              <a:gd name="p0y0" fmla="*/ 0 h 1271"/>
              <a:gd name="p0x1" fmla="*/ 9206 w 9356"/>
              <a:gd name="p0y1" fmla="*/ 0 h 1271"/>
              <a:gd name="p0x2" fmla="*/ 9289 w 9356"/>
              <a:gd name="p0y2" fmla="*/ 0 h 1271"/>
              <a:gd name="p0x3" fmla="*/ 9356 w 9356"/>
              <a:gd name="p0y3" fmla="*/ 67 h 1271"/>
              <a:gd name="p0x4" fmla="*/ 9356 w 9356"/>
              <a:gd name="p0y4" fmla="*/ 150 h 1271"/>
              <a:gd name="p0x5" fmla="*/ 9356 w 9356"/>
              <a:gd name="p0y5" fmla="*/ 1121 h 1271"/>
              <a:gd name="p0x6" fmla="*/ 9356 w 9356"/>
              <a:gd name="p0y6" fmla="*/ 1204 h 1271"/>
              <a:gd name="p0x7" fmla="*/ 9289 w 9356"/>
              <a:gd name="p0y7" fmla="*/ 1271 h 1271"/>
              <a:gd name="p0x8" fmla="*/ 9206 w 9356"/>
              <a:gd name="p0y8" fmla="*/ 1271 h 1271"/>
              <a:gd name="p0x9" fmla="*/ 150 w 9356"/>
              <a:gd name="p0y9" fmla="*/ 1271 h 1271"/>
              <a:gd name="p0x10" fmla="*/ 67 w 9356"/>
              <a:gd name="p0y10" fmla="*/ 1271 h 1271"/>
              <a:gd name="p0x11" fmla="*/ 0 w 9356"/>
              <a:gd name="p0y11" fmla="*/ 1204 h 1271"/>
              <a:gd name="p0x12" fmla="*/ 0 w 9356"/>
              <a:gd name="p0y12" fmla="*/ 1121 h 1271"/>
              <a:gd name="p0x13" fmla="*/ 0 w 9356"/>
              <a:gd name="p0y13" fmla="*/ 150 h 1271"/>
              <a:gd name="p0x14" fmla="*/ 0 w 9356"/>
              <a:gd name="p0y14" fmla="*/ 67 h 1271"/>
              <a:gd name="p0x15" fmla="*/ 67 w 9356"/>
              <a:gd name="p0y15" fmla="*/ 0 h 1271"/>
              <a:gd name="p0x16" fmla="*/ 150 w 9356"/>
              <a:gd name="p0y16" fmla="*/ 0 h 1271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9F9"/>
          </a:solidFill>
          <a:ln w="9525" cmpd="sng">
            <a:solidFill>
              <a:srgbClr val="E8DDD9"/>
            </a:solidFill>
            <a:prstDash val="solid"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>
            <p:custDataLst>
              <p:tags r:id="rId8"/>
            </p:custDataLst>
          </p:nvPr>
        </p:nvSpPr>
        <p:spPr>
          <a:xfrm>
            <a:off x="771525" y="27082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-2000" t="-16167" r="-2000" b="-16167"/>
          <a:stretch>
            <a:fillRect/>
          </a:stretch>
        </p:blipFill>
        <p:spPr>
          <a:xfrm>
            <a:off x="857250" y="2789555"/>
            <a:ext cx="247650" cy="252095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12"/>
            </p:custDataLst>
          </p:nvPr>
        </p:nvSpPr>
        <p:spPr>
          <a:xfrm>
            <a:off x="1304925" y="2760259"/>
            <a:ext cx="3666087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钱包余额</a:t>
            </a:r>
            <a:r>
              <a:rPr lang="en-US" altLang="zh-CN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发布</a:t>
            </a:r>
            <a:r>
              <a:rPr lang="en-US" altLang="zh-CN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接取任务数统计</a:t>
            </a:r>
            <a:endParaRPr lang="zh-CN" altLang="en-US"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13"/>
            </p:custDataLst>
          </p:nvPr>
        </p:nvSpPr>
        <p:spPr>
          <a:xfrm>
            <a:off x="771525" y="3135373"/>
            <a:ext cx="5551141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</a:rPr>
              <a:t>实时展示账户资金与任务参与数据</a:t>
            </a:r>
            <a:endParaRPr sz="135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14"/>
            </p:custDataLst>
          </p:nvPr>
        </p:nvSpPr>
        <p:spPr>
          <a:xfrm>
            <a:off x="575945" y="3649980"/>
            <a:ext cx="5941695" cy="807720"/>
          </a:xfrm>
          <a:custGeom>
            <a:avLst/>
            <a:gdLst>
              <a:gd name="sw" fmla="*/ 1 w 9356"/>
              <a:gd name="sh" fmla="*/ 1 h 1271"/>
              <a:gd name="mins" fmla="min sw sh"/>
              <a:gd name="dsw" fmla="+- 0 sw mins"/>
              <a:gd name="dsh" fmla="+- 0 sh mins"/>
              <a:gd name="p0x0" fmla="*/ 150 w 9356"/>
              <a:gd name="p0y0" fmla="*/ 0 h 1271"/>
              <a:gd name="p0x1" fmla="*/ 9206 w 9356"/>
              <a:gd name="p0y1" fmla="*/ 0 h 1271"/>
              <a:gd name="p0x2" fmla="*/ 9289 w 9356"/>
              <a:gd name="p0y2" fmla="*/ 0 h 1271"/>
              <a:gd name="p0x3" fmla="*/ 9356 w 9356"/>
              <a:gd name="p0y3" fmla="*/ 67 h 1271"/>
              <a:gd name="p0x4" fmla="*/ 9356 w 9356"/>
              <a:gd name="p0y4" fmla="*/ 150 h 1271"/>
              <a:gd name="p0x5" fmla="*/ 9356 w 9356"/>
              <a:gd name="p0y5" fmla="*/ 1121 h 1271"/>
              <a:gd name="p0x6" fmla="*/ 9356 w 9356"/>
              <a:gd name="p0y6" fmla="*/ 1204 h 1271"/>
              <a:gd name="p0x7" fmla="*/ 9289 w 9356"/>
              <a:gd name="p0y7" fmla="*/ 1271 h 1271"/>
              <a:gd name="p0x8" fmla="*/ 9206 w 9356"/>
              <a:gd name="p0y8" fmla="*/ 1271 h 1271"/>
              <a:gd name="p0x9" fmla="*/ 150 w 9356"/>
              <a:gd name="p0y9" fmla="*/ 1271 h 1271"/>
              <a:gd name="p0x10" fmla="*/ 67 w 9356"/>
              <a:gd name="p0y10" fmla="*/ 1271 h 1271"/>
              <a:gd name="p0x11" fmla="*/ 0 w 9356"/>
              <a:gd name="p0y11" fmla="*/ 1204 h 1271"/>
              <a:gd name="p0x12" fmla="*/ 0 w 9356"/>
              <a:gd name="p0y12" fmla="*/ 1121 h 1271"/>
              <a:gd name="p0x13" fmla="*/ 0 w 9356"/>
              <a:gd name="p0y13" fmla="*/ 150 h 1271"/>
              <a:gd name="p0x14" fmla="*/ 0 w 9356"/>
              <a:gd name="p0y14" fmla="*/ 67 h 1271"/>
              <a:gd name="p0x15" fmla="*/ 67 w 9356"/>
              <a:gd name="p0y15" fmla="*/ 0 h 1271"/>
              <a:gd name="p0x16" fmla="*/ 150 w 9356"/>
              <a:gd name="p0y16" fmla="*/ 0 h 1271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9F9"/>
          </a:solidFill>
          <a:ln w="9525" cmpd="sng">
            <a:solidFill>
              <a:srgbClr val="E8DDD9"/>
            </a:solidFill>
            <a:prstDash val="solid"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>
            <p:custDataLst>
              <p:tags r:id="rId15"/>
            </p:custDataLst>
          </p:nvPr>
        </p:nvSpPr>
        <p:spPr>
          <a:xfrm>
            <a:off x="771525" y="371602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 l="-4691" t="-1026" r="-4691" b="-1026"/>
          <a:stretch>
            <a:fillRect/>
          </a:stretch>
        </p:blipFill>
        <p:spPr>
          <a:xfrm>
            <a:off x="840105" y="3796665"/>
            <a:ext cx="281305" cy="25273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19"/>
            </p:custDataLst>
          </p:nvPr>
        </p:nvSpPr>
        <p:spPr>
          <a:xfrm>
            <a:off x="1304925" y="3767528"/>
            <a:ext cx="36576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星级评分展示，点击查看全部评价</a:t>
            </a:r>
            <a:endParaRPr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20"/>
            </p:custDataLst>
          </p:nvPr>
        </p:nvSpPr>
        <p:spPr>
          <a:xfrm>
            <a:off x="771525" y="4142642"/>
            <a:ext cx="5551141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</a:rPr>
              <a:t>可视化信誉体系，支持评价详情穿透</a:t>
            </a:r>
            <a:endParaRPr sz="135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21"/>
            </p:custDataLst>
          </p:nvPr>
        </p:nvSpPr>
        <p:spPr>
          <a:xfrm>
            <a:off x="575945" y="4657725"/>
            <a:ext cx="5941695" cy="807085"/>
          </a:xfrm>
          <a:custGeom>
            <a:avLst/>
            <a:gdLst>
              <a:gd name="sw" fmla="*/ 1 w 9356"/>
              <a:gd name="sh" fmla="*/ 1 h 1271"/>
              <a:gd name="mins" fmla="min sw sh"/>
              <a:gd name="dsw" fmla="+- 0 sw mins"/>
              <a:gd name="dsh" fmla="+- 0 sh mins"/>
              <a:gd name="p0x0" fmla="*/ 150 w 9356"/>
              <a:gd name="p0y0" fmla="*/ 0 h 1271"/>
              <a:gd name="p0x1" fmla="*/ 9206 w 9356"/>
              <a:gd name="p0y1" fmla="*/ 0 h 1271"/>
              <a:gd name="p0x2" fmla="*/ 9289 w 9356"/>
              <a:gd name="p0y2" fmla="*/ 0 h 1271"/>
              <a:gd name="p0x3" fmla="*/ 9356 w 9356"/>
              <a:gd name="p0y3" fmla="*/ 67 h 1271"/>
              <a:gd name="p0x4" fmla="*/ 9356 w 9356"/>
              <a:gd name="p0y4" fmla="*/ 150 h 1271"/>
              <a:gd name="p0x5" fmla="*/ 9356 w 9356"/>
              <a:gd name="p0y5" fmla="*/ 1121 h 1271"/>
              <a:gd name="p0x6" fmla="*/ 9356 w 9356"/>
              <a:gd name="p0y6" fmla="*/ 1204 h 1271"/>
              <a:gd name="p0x7" fmla="*/ 9289 w 9356"/>
              <a:gd name="p0y7" fmla="*/ 1271 h 1271"/>
              <a:gd name="p0x8" fmla="*/ 9206 w 9356"/>
              <a:gd name="p0y8" fmla="*/ 1271 h 1271"/>
              <a:gd name="p0x9" fmla="*/ 150 w 9356"/>
              <a:gd name="p0y9" fmla="*/ 1271 h 1271"/>
              <a:gd name="p0x10" fmla="*/ 67 w 9356"/>
              <a:gd name="p0y10" fmla="*/ 1271 h 1271"/>
              <a:gd name="p0x11" fmla="*/ 0 w 9356"/>
              <a:gd name="p0y11" fmla="*/ 1204 h 1271"/>
              <a:gd name="p0x12" fmla="*/ 0 w 9356"/>
              <a:gd name="p0y12" fmla="*/ 1121 h 1271"/>
              <a:gd name="p0x13" fmla="*/ 0 w 9356"/>
              <a:gd name="p0y13" fmla="*/ 150 h 1271"/>
              <a:gd name="p0x14" fmla="*/ 0 w 9356"/>
              <a:gd name="p0y14" fmla="*/ 67 h 1271"/>
              <a:gd name="p0x15" fmla="*/ 67 w 9356"/>
              <a:gd name="p0y15" fmla="*/ 0 h 1271"/>
              <a:gd name="p0x16" fmla="*/ 150 w 9356"/>
              <a:gd name="p0y16" fmla="*/ 0 h 1271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9F9"/>
          </a:solidFill>
          <a:ln w="9525" cmpd="sng">
            <a:solidFill>
              <a:srgbClr val="E8DDD9"/>
            </a:solidFill>
            <a:prstDash val="solid"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22"/>
            </p:custDataLst>
          </p:nvPr>
        </p:nvSpPr>
        <p:spPr>
          <a:xfrm>
            <a:off x="771525" y="472313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 l="-2000" t="-16333" r="-2000" b="-16333"/>
          <a:stretch>
            <a:fillRect/>
          </a:stretch>
        </p:blipFill>
        <p:spPr>
          <a:xfrm>
            <a:off x="857250" y="4803775"/>
            <a:ext cx="247650" cy="252730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26"/>
            </p:custDataLst>
          </p:nvPr>
        </p:nvSpPr>
        <p:spPr>
          <a:xfrm>
            <a:off x="1304925" y="4774797"/>
            <a:ext cx="5274764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任务列表按状态分类：待接单</a:t>
            </a:r>
            <a:r>
              <a:rPr lang="en-US" altLang="zh-CN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进行中</a:t>
            </a:r>
            <a:r>
              <a:rPr lang="en-US" altLang="zh-CN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已完成</a:t>
            </a:r>
            <a:endParaRPr lang="zh-CN" altLang="en-US"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27"/>
            </p:custDataLst>
          </p:nvPr>
        </p:nvSpPr>
        <p:spPr>
          <a:xfrm>
            <a:off x="771525" y="5149910"/>
            <a:ext cx="5551141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</a:rPr>
              <a:t>三态筛选，任务进度一目了然</a:t>
            </a:r>
            <a:endParaRPr sz="135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28"/>
            </p:custDataLst>
          </p:nvPr>
        </p:nvSpPr>
        <p:spPr>
          <a:xfrm>
            <a:off x="575945" y="5664835"/>
            <a:ext cx="5941695" cy="807085"/>
          </a:xfrm>
          <a:custGeom>
            <a:avLst/>
            <a:gdLst>
              <a:gd name="sw" fmla="*/ 1 w 9356"/>
              <a:gd name="sh" fmla="*/ 1 h 1271"/>
              <a:gd name="mins" fmla="min sw sh"/>
              <a:gd name="dsw" fmla="+- 0 sw mins"/>
              <a:gd name="dsh" fmla="+- 0 sh mins"/>
              <a:gd name="p0x0" fmla="*/ 150 w 9356"/>
              <a:gd name="p0y0" fmla="*/ 0 h 1271"/>
              <a:gd name="p0x1" fmla="*/ 9206 w 9356"/>
              <a:gd name="p0y1" fmla="*/ 0 h 1271"/>
              <a:gd name="p0x2" fmla="*/ 9289 w 9356"/>
              <a:gd name="p0y2" fmla="*/ 0 h 1271"/>
              <a:gd name="p0x3" fmla="*/ 9356 w 9356"/>
              <a:gd name="p0y3" fmla="*/ 67 h 1271"/>
              <a:gd name="p0x4" fmla="*/ 9356 w 9356"/>
              <a:gd name="p0y4" fmla="*/ 150 h 1271"/>
              <a:gd name="p0x5" fmla="*/ 9356 w 9356"/>
              <a:gd name="p0y5" fmla="*/ 1121 h 1271"/>
              <a:gd name="p0x6" fmla="*/ 9356 w 9356"/>
              <a:gd name="p0y6" fmla="*/ 1204 h 1271"/>
              <a:gd name="p0x7" fmla="*/ 9289 w 9356"/>
              <a:gd name="p0y7" fmla="*/ 1271 h 1271"/>
              <a:gd name="p0x8" fmla="*/ 9206 w 9356"/>
              <a:gd name="p0y8" fmla="*/ 1271 h 1271"/>
              <a:gd name="p0x9" fmla="*/ 150 w 9356"/>
              <a:gd name="p0y9" fmla="*/ 1271 h 1271"/>
              <a:gd name="p0x10" fmla="*/ 67 w 9356"/>
              <a:gd name="p0y10" fmla="*/ 1271 h 1271"/>
              <a:gd name="p0x11" fmla="*/ 0 w 9356"/>
              <a:gd name="p0y11" fmla="*/ 1204 h 1271"/>
              <a:gd name="p0x12" fmla="*/ 0 w 9356"/>
              <a:gd name="p0y12" fmla="*/ 1121 h 1271"/>
              <a:gd name="p0x13" fmla="*/ 0 w 9356"/>
              <a:gd name="p0y13" fmla="*/ 150 h 1271"/>
              <a:gd name="p0x14" fmla="*/ 0 w 9356"/>
              <a:gd name="p0y14" fmla="*/ 67 h 1271"/>
              <a:gd name="p0x15" fmla="*/ 67 w 9356"/>
              <a:gd name="p0y15" fmla="*/ 0 h 1271"/>
              <a:gd name="p0x16" fmla="*/ 150 w 9356"/>
              <a:gd name="p0y16" fmla="*/ 0 h 1271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9F9"/>
          </a:solidFill>
          <a:ln w="9525" cmpd="sng">
            <a:solidFill>
              <a:srgbClr val="E8DDD9"/>
            </a:solidFill>
            <a:prstDash val="solid"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>
            <p:custDataLst>
              <p:tags r:id="rId29"/>
            </p:custDataLst>
          </p:nvPr>
        </p:nvSpPr>
        <p:spPr>
          <a:xfrm>
            <a:off x="771525" y="573024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 l="-2273" t="-897" r="-2273" b="-897"/>
          <a:stretch>
            <a:fillRect/>
          </a:stretch>
        </p:blipFill>
        <p:spPr>
          <a:xfrm>
            <a:off x="871220" y="5811520"/>
            <a:ext cx="219075" cy="252095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33"/>
            </p:custDataLst>
          </p:nvPr>
        </p:nvSpPr>
        <p:spPr>
          <a:xfrm>
            <a:off x="1304925" y="5782066"/>
            <a:ext cx="436446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钱包充值：快捷金额</a:t>
            </a:r>
            <a:r>
              <a:rPr lang="en-US" altLang="zh-CN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 / 50 / 100 </a:t>
            </a:r>
            <a:r>
              <a:rPr lang="zh-CN" altLang="en-US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</a:t>
            </a:r>
            <a:endParaRPr lang="zh-CN" altLang="en-US"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34"/>
            </p:custDataLst>
          </p:nvPr>
        </p:nvSpPr>
        <p:spPr>
          <a:xfrm>
            <a:off x="771525" y="6157179"/>
            <a:ext cx="5551141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</a:rPr>
              <a:t>一键充值，快速到账</a:t>
            </a:r>
            <a:endParaRPr sz="135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35"/>
            </p:custDataLst>
          </p:nvPr>
        </p:nvSpPr>
        <p:spPr>
          <a:xfrm>
            <a:off x="6755765" y="3133725"/>
            <a:ext cx="4859655" cy="979170"/>
          </a:xfrm>
          <a:custGeom>
            <a:avLst/>
            <a:gdLst>
              <a:gd name="sw" fmla="*/ 1 w 7653"/>
              <a:gd name="sh" fmla="*/ 1 h 1542"/>
              <a:gd name="mins" fmla="min sw sh"/>
              <a:gd name="dsw" fmla="+- 0 sw mins"/>
              <a:gd name="dsh" fmla="+- 0 sh mins"/>
              <a:gd name="p0x0" fmla="*/ 150 w 7653"/>
              <a:gd name="p0y0" fmla="*/ 0 h 1542"/>
              <a:gd name="p0x1" fmla="*/ 7503 w 7653"/>
              <a:gd name="p0y1" fmla="*/ 0 h 1542"/>
              <a:gd name="p0x2" fmla="*/ 7585 w 7653"/>
              <a:gd name="p0y2" fmla="*/ 0 h 1542"/>
              <a:gd name="p0x3" fmla="*/ 7653 w 7653"/>
              <a:gd name="p0y3" fmla="*/ 67 h 1542"/>
              <a:gd name="p0x4" fmla="*/ 7653 w 7653"/>
              <a:gd name="p0y4" fmla="*/ 150 h 1542"/>
              <a:gd name="p0x5" fmla="*/ 7653 w 7653"/>
              <a:gd name="p0y5" fmla="*/ 1392 h 1542"/>
              <a:gd name="p0x6" fmla="*/ 7653 w 7653"/>
              <a:gd name="p0y6" fmla="*/ 1475 h 1542"/>
              <a:gd name="p0x7" fmla="*/ 7585 w 7653"/>
              <a:gd name="p0y7" fmla="*/ 1542 h 1542"/>
              <a:gd name="p0x8" fmla="*/ 7503 w 7653"/>
              <a:gd name="p0y8" fmla="*/ 1542 h 1542"/>
              <a:gd name="p0x9" fmla="*/ 150 w 7653"/>
              <a:gd name="p0y9" fmla="*/ 1542 h 1542"/>
              <a:gd name="p0x10" fmla="*/ 67 w 7653"/>
              <a:gd name="p0y10" fmla="*/ 1542 h 1542"/>
              <a:gd name="p0x11" fmla="*/ 0 w 7653"/>
              <a:gd name="p0y11" fmla="*/ 1475 h 1542"/>
              <a:gd name="p0x12" fmla="*/ 0 w 7653"/>
              <a:gd name="p0y12" fmla="*/ 1392 h 1542"/>
              <a:gd name="p0x13" fmla="*/ 0 w 7653"/>
              <a:gd name="p0y13" fmla="*/ 150 h 1542"/>
              <a:gd name="p0x14" fmla="*/ 0 w 7653"/>
              <a:gd name="p0y14" fmla="*/ 67 h 1542"/>
              <a:gd name="p0x15" fmla="*/ 67 w 7653"/>
              <a:gd name="p0y15" fmla="*/ 0 h 1542"/>
              <a:gd name="p0x16" fmla="*/ 150 w 7653"/>
              <a:gd name="p0y16" fmla="*/ 0 h 1542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9F9"/>
          </a:solidFill>
          <a:ln w="9525" cmpd="sng">
            <a:solidFill>
              <a:srgbClr val="E8DDD9"/>
            </a:solidFill>
            <a:prstDash val="solid"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>
            <p:custDataLst>
              <p:tags r:id="rId36"/>
            </p:custDataLst>
          </p:nvPr>
        </p:nvSpPr>
        <p:spPr>
          <a:xfrm>
            <a:off x="6950710" y="325120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 l="-2366" t="-3067" r="-2366" b="-3067"/>
          <a:stretch>
            <a:fillRect/>
          </a:stretch>
        </p:blipFill>
        <p:spPr>
          <a:xfrm>
            <a:off x="7005955" y="3331845"/>
            <a:ext cx="309245" cy="252730"/>
          </a:xfrm>
          <a:prstGeom prst="rect">
            <a:avLst/>
          </a:prstGeom>
        </p:spPr>
      </p:pic>
      <p:sp>
        <p:nvSpPr>
          <p:cNvPr id="32" name="文本框 31"/>
          <p:cNvSpPr txBox="1"/>
          <p:nvPr>
            <p:custDataLst>
              <p:tags r:id="rId40"/>
            </p:custDataLst>
          </p:nvPr>
        </p:nvSpPr>
        <p:spPr>
          <a:xfrm>
            <a:off x="7484717" y="3302813"/>
            <a:ext cx="246526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en-US" altLang="zh-CN" b="1" dirty="0" err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</a:t>
            </a:r>
            <a:r>
              <a:rPr lang="en-US" b="1" dirty="0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Chat </a:t>
            </a:r>
            <a:r>
              <a:rPr lang="zh-CN" b="1" dirty="0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接入</a:t>
            </a:r>
            <a:endParaRPr lang="zh-CN" b="1" dirty="0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41"/>
            </p:custDataLst>
          </p:nvPr>
        </p:nvSpPr>
        <p:spPr>
          <a:xfrm>
            <a:off x="6951317" y="3730018"/>
            <a:ext cx="4469159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</a:rPr>
              <a:t>大模型驱动，智能语义理解</a:t>
            </a:r>
            <a:endParaRPr sz="135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42"/>
            </p:custDataLst>
          </p:nvPr>
        </p:nvSpPr>
        <p:spPr>
          <a:xfrm>
            <a:off x="6755765" y="4312920"/>
            <a:ext cx="4859655" cy="979805"/>
          </a:xfrm>
          <a:custGeom>
            <a:avLst/>
            <a:gdLst>
              <a:gd name="sw" fmla="*/ 1 w 7653"/>
              <a:gd name="sh" fmla="*/ 1 h 1542"/>
              <a:gd name="mins" fmla="min sw sh"/>
              <a:gd name="dsw" fmla="+- 0 sw mins"/>
              <a:gd name="dsh" fmla="+- 0 sh mins"/>
              <a:gd name="p0x0" fmla="*/ 150 w 7653"/>
              <a:gd name="p0y0" fmla="*/ 0 h 1542"/>
              <a:gd name="p0x1" fmla="*/ 7503 w 7653"/>
              <a:gd name="p0y1" fmla="*/ 0 h 1542"/>
              <a:gd name="p0x2" fmla="*/ 7585 w 7653"/>
              <a:gd name="p0y2" fmla="*/ 0 h 1542"/>
              <a:gd name="p0x3" fmla="*/ 7653 w 7653"/>
              <a:gd name="p0y3" fmla="*/ 67 h 1542"/>
              <a:gd name="p0x4" fmla="*/ 7653 w 7653"/>
              <a:gd name="p0y4" fmla="*/ 150 h 1542"/>
              <a:gd name="p0x5" fmla="*/ 7653 w 7653"/>
              <a:gd name="p0y5" fmla="*/ 1392 h 1542"/>
              <a:gd name="p0x6" fmla="*/ 7653 w 7653"/>
              <a:gd name="p0y6" fmla="*/ 1475 h 1542"/>
              <a:gd name="p0x7" fmla="*/ 7585 w 7653"/>
              <a:gd name="p0y7" fmla="*/ 1542 h 1542"/>
              <a:gd name="p0x8" fmla="*/ 7503 w 7653"/>
              <a:gd name="p0y8" fmla="*/ 1542 h 1542"/>
              <a:gd name="p0x9" fmla="*/ 150 w 7653"/>
              <a:gd name="p0y9" fmla="*/ 1542 h 1542"/>
              <a:gd name="p0x10" fmla="*/ 67 w 7653"/>
              <a:gd name="p0y10" fmla="*/ 1542 h 1542"/>
              <a:gd name="p0x11" fmla="*/ 0 w 7653"/>
              <a:gd name="p0y11" fmla="*/ 1475 h 1542"/>
              <a:gd name="p0x12" fmla="*/ 0 w 7653"/>
              <a:gd name="p0y12" fmla="*/ 1392 h 1542"/>
              <a:gd name="p0x13" fmla="*/ 0 w 7653"/>
              <a:gd name="p0y13" fmla="*/ 150 h 1542"/>
              <a:gd name="p0x14" fmla="*/ 0 w 7653"/>
              <a:gd name="p0y14" fmla="*/ 67 h 1542"/>
              <a:gd name="p0x15" fmla="*/ 67 w 7653"/>
              <a:gd name="p0y15" fmla="*/ 0 h 1542"/>
              <a:gd name="p0x16" fmla="*/ 150 w 7653"/>
              <a:gd name="p0y16" fmla="*/ 0 h 1542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9F9"/>
          </a:solidFill>
          <a:ln w="9525" cmpd="sng">
            <a:solidFill>
              <a:srgbClr val="E8DDD9"/>
            </a:solidFill>
            <a:prstDash val="solid"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任意多边形 34"/>
          <p:cNvSpPr/>
          <p:nvPr>
            <p:custDataLst>
              <p:tags r:id="rId43"/>
            </p:custDataLst>
          </p:nvPr>
        </p:nvSpPr>
        <p:spPr>
          <a:xfrm>
            <a:off x="6950710" y="443039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6" name="图片 35"/>
          <p:cNvPicPr>
            <a:picLocks noChangeAspect="1"/>
          </p:cNvPicPr>
          <p:nvPr>
            <p:custDataLst>
              <p:tags r:id="rId44"/>
            </p:custDataLst>
          </p:nvPr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 l="-2000" t="-2933" r="-2000" b="-2933"/>
          <a:stretch>
            <a:fillRect/>
          </a:stretch>
        </p:blipFill>
        <p:spPr>
          <a:xfrm>
            <a:off x="7036435" y="4511675"/>
            <a:ext cx="247650" cy="252095"/>
          </a:xfrm>
          <a:prstGeom prst="rect">
            <a:avLst/>
          </a:prstGeom>
        </p:spPr>
      </p:pic>
      <p:sp>
        <p:nvSpPr>
          <p:cNvPr id="37" name="文本框 36"/>
          <p:cNvSpPr txBox="1"/>
          <p:nvPr>
            <p:custDataLst>
              <p:tags r:id="rId47"/>
            </p:custDataLst>
          </p:nvPr>
        </p:nvSpPr>
        <p:spPr>
          <a:xfrm>
            <a:off x="7484717" y="4482351"/>
            <a:ext cx="20574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快捷常见问题按钮</a:t>
            </a:r>
            <a:endParaRPr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48"/>
            </p:custDataLst>
          </p:nvPr>
        </p:nvSpPr>
        <p:spPr>
          <a:xfrm>
            <a:off x="6951317" y="4909557"/>
            <a:ext cx="4469159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</a:rPr>
              <a:t>预设高频问答，一键直达</a:t>
            </a:r>
            <a:endParaRPr sz="135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任意多边形 38"/>
          <p:cNvSpPr/>
          <p:nvPr>
            <p:custDataLst>
              <p:tags r:id="rId49"/>
            </p:custDataLst>
          </p:nvPr>
        </p:nvSpPr>
        <p:spPr>
          <a:xfrm>
            <a:off x="6755765" y="5492750"/>
            <a:ext cx="4859655" cy="979170"/>
          </a:xfrm>
          <a:custGeom>
            <a:avLst/>
            <a:gdLst>
              <a:gd name="sw" fmla="*/ 1 w 7653"/>
              <a:gd name="sh" fmla="*/ 1 h 1542"/>
              <a:gd name="mins" fmla="min sw sh"/>
              <a:gd name="dsw" fmla="+- 0 sw mins"/>
              <a:gd name="dsh" fmla="+- 0 sh mins"/>
              <a:gd name="p0x0" fmla="*/ 150 w 7653"/>
              <a:gd name="p0y0" fmla="*/ 0 h 1542"/>
              <a:gd name="p0x1" fmla="*/ 7503 w 7653"/>
              <a:gd name="p0y1" fmla="*/ 0 h 1542"/>
              <a:gd name="p0x2" fmla="*/ 7585 w 7653"/>
              <a:gd name="p0y2" fmla="*/ 0 h 1542"/>
              <a:gd name="p0x3" fmla="*/ 7653 w 7653"/>
              <a:gd name="p0y3" fmla="*/ 67 h 1542"/>
              <a:gd name="p0x4" fmla="*/ 7653 w 7653"/>
              <a:gd name="p0y4" fmla="*/ 150 h 1542"/>
              <a:gd name="p0x5" fmla="*/ 7653 w 7653"/>
              <a:gd name="p0y5" fmla="*/ 1392 h 1542"/>
              <a:gd name="p0x6" fmla="*/ 7653 w 7653"/>
              <a:gd name="p0y6" fmla="*/ 1475 h 1542"/>
              <a:gd name="p0x7" fmla="*/ 7585 w 7653"/>
              <a:gd name="p0y7" fmla="*/ 1542 h 1542"/>
              <a:gd name="p0x8" fmla="*/ 7503 w 7653"/>
              <a:gd name="p0y8" fmla="*/ 1542 h 1542"/>
              <a:gd name="p0x9" fmla="*/ 150 w 7653"/>
              <a:gd name="p0y9" fmla="*/ 1542 h 1542"/>
              <a:gd name="p0x10" fmla="*/ 67 w 7653"/>
              <a:gd name="p0y10" fmla="*/ 1542 h 1542"/>
              <a:gd name="p0x11" fmla="*/ 0 w 7653"/>
              <a:gd name="p0y11" fmla="*/ 1475 h 1542"/>
              <a:gd name="p0x12" fmla="*/ 0 w 7653"/>
              <a:gd name="p0y12" fmla="*/ 1392 h 1542"/>
              <a:gd name="p0x13" fmla="*/ 0 w 7653"/>
              <a:gd name="p0y13" fmla="*/ 150 h 1542"/>
              <a:gd name="p0x14" fmla="*/ 0 w 7653"/>
              <a:gd name="p0y14" fmla="*/ 67 h 1542"/>
              <a:gd name="p0x15" fmla="*/ 67 w 7653"/>
              <a:gd name="p0y15" fmla="*/ 0 h 1542"/>
              <a:gd name="p0x16" fmla="*/ 150 w 7653"/>
              <a:gd name="p0y16" fmla="*/ 0 h 1542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9F9"/>
          </a:solidFill>
          <a:ln w="9525" cmpd="sng">
            <a:solidFill>
              <a:srgbClr val="E8DDD9"/>
            </a:solidFill>
            <a:prstDash val="solid"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任意多边形 39"/>
          <p:cNvSpPr/>
          <p:nvPr>
            <p:custDataLst>
              <p:tags r:id="rId50"/>
            </p:custDataLst>
          </p:nvPr>
        </p:nvSpPr>
        <p:spPr>
          <a:xfrm>
            <a:off x="6950710" y="56102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1" name="图片 40"/>
          <p:cNvPicPr>
            <a:picLocks noChangeAspect="1"/>
          </p:cNvPicPr>
          <p:nvPr>
            <p:custDataLst>
              <p:tags r:id="rId51"/>
            </p:custDataLst>
          </p:nvPr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 l="-1404" t="-1026" r="-1404" b="-1026"/>
          <a:stretch>
            <a:fillRect/>
          </a:stretch>
        </p:blipFill>
        <p:spPr>
          <a:xfrm>
            <a:off x="7067550" y="5690870"/>
            <a:ext cx="186055" cy="252730"/>
          </a:xfrm>
          <a:prstGeom prst="rect">
            <a:avLst/>
          </a:prstGeom>
        </p:spPr>
      </p:pic>
      <p:sp>
        <p:nvSpPr>
          <p:cNvPr id="42" name="文本框 41"/>
          <p:cNvSpPr txBox="1"/>
          <p:nvPr>
            <p:custDataLst>
              <p:tags r:id="rId54"/>
            </p:custDataLst>
          </p:nvPr>
        </p:nvSpPr>
        <p:spPr>
          <a:xfrm>
            <a:off x="7484717" y="5661889"/>
            <a:ext cx="20574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无需登录即可咨询</a:t>
            </a:r>
            <a:endParaRPr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55"/>
            </p:custDataLst>
          </p:nvPr>
        </p:nvSpPr>
        <p:spPr>
          <a:xfrm>
            <a:off x="6951317" y="6089094"/>
            <a:ext cx="4469159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</a:rPr>
              <a:t>零门槛服务，即时响应</a:t>
            </a:r>
            <a:endParaRPr sz="135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750" y="3882593"/>
            <a:ext cx="9251578" cy="80708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工程质量与团队分工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en-US"/>
              <a:t>05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工程质量</a:t>
            </a:r>
            <a:endParaRPr sz="3000"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607873" y="1181310"/>
            <a:ext cx="1822171" cy="83629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lang="en-US" sz="5400" b="1" dirty="0">
                <a:solidFill>
                  <a:srgbClr val="E2AB9E"/>
                </a:solidFill>
                <a:latin typeface="微软雅黑" panose="020B0503020204020204" charset="-122"/>
                <a:ea typeface="微软雅黑" panose="020B0503020204020204" charset="-122"/>
              </a:rPr>
              <a:t>63</a:t>
            </a:r>
            <a:r>
              <a:rPr sz="2400" b="1" dirty="0">
                <a:solidFill>
                  <a:srgbClr val="E2AB9E"/>
                </a:solidFill>
                <a:latin typeface="微软雅黑" panose="020B0503020204020204" charset="-122"/>
                <a:ea typeface="微软雅黑" panose="020B0503020204020204" charset="-122"/>
              </a:rPr>
              <a:t>%</a:t>
            </a:r>
            <a:endParaRPr sz="2400" b="1" dirty="0">
              <a:solidFill>
                <a:srgbClr val="E2AB9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575945" y="2015652"/>
            <a:ext cx="13716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</a:rPr>
              <a:t>后端测试覆盖率</a:t>
            </a:r>
            <a:endParaRPr sz="135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794461" y="2282260"/>
            <a:ext cx="762635" cy="252095"/>
          </a:xfrm>
          <a:custGeom>
            <a:avLst/>
            <a:gdLst>
              <a:gd name="sw" fmla="*/ 1 w 1200"/>
              <a:gd name="sh" fmla="*/ 1 h 397"/>
              <a:gd name="mins" fmla="min sw sh"/>
              <a:gd name="dsw" fmla="+- 0 sw mins"/>
              <a:gd name="dsh" fmla="+- 0 sh mins"/>
              <a:gd name="p0x0" fmla="*/ 198 w 1200"/>
              <a:gd name="p0y0" fmla="*/ 0 h 397"/>
              <a:gd name="p0x1" fmla="*/ 1001 w 1200"/>
              <a:gd name="p0y1" fmla="*/ 0 h 397"/>
              <a:gd name="p0x2" fmla="*/ 1111 w 1200"/>
              <a:gd name="p0y2" fmla="*/ 0 h 397"/>
              <a:gd name="p0x3" fmla="*/ 1200 w 1200"/>
              <a:gd name="p0y3" fmla="*/ 88 h 397"/>
              <a:gd name="p0x4" fmla="*/ 1200 w 1200"/>
              <a:gd name="p0y4" fmla="*/ 198 h 397"/>
              <a:gd name="p0x5" fmla="*/ 1200 w 1200"/>
              <a:gd name="p0y5" fmla="*/ 308 h 397"/>
              <a:gd name="p0x6" fmla="*/ 1111 w 1200"/>
              <a:gd name="p0y6" fmla="*/ 397 h 397"/>
              <a:gd name="p0x7" fmla="*/ 1001 w 1200"/>
              <a:gd name="p0y7" fmla="*/ 397 h 397"/>
              <a:gd name="p0x8" fmla="*/ 198 w 1200"/>
              <a:gd name="p0y8" fmla="*/ 397 h 397"/>
              <a:gd name="p0x9" fmla="*/ 88 w 1200"/>
              <a:gd name="p0y9" fmla="*/ 397 h 397"/>
              <a:gd name="p0x10" fmla="*/ 0 w 1200"/>
              <a:gd name="p0y10" fmla="*/ 308 h 397"/>
              <a:gd name="p0x11" fmla="*/ 0 w 1200"/>
              <a:gd name="p0y11" fmla="*/ 198 h 397"/>
              <a:gd name="p0x12" fmla="*/ 0 w 1200"/>
              <a:gd name="p0y12" fmla="*/ 88 h 397"/>
              <a:gd name="p0x13" fmla="*/ 88 w 1200"/>
              <a:gd name="p0y13" fmla="*/ 0 h 397"/>
              <a:gd name="p0x14" fmla="*/ 198 w 1200"/>
              <a:gd name="p0y14" fmla="*/ 0 h 397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871144" y="2320452"/>
            <a:ext cx="743169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50" b="1">
                <a:solidFill>
                  <a:srgbClr val="7A4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 </a:t>
            </a:r>
            <a:r>
              <a:rPr lang="zh-CN" sz="1050" b="1">
                <a:solidFill>
                  <a:srgbClr val="7A4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个用例</a:t>
            </a:r>
            <a:endParaRPr lang="zh-CN" sz="1050" b="1">
              <a:solidFill>
                <a:srgbClr val="7A483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2567196" y="1181310"/>
            <a:ext cx="1822171" cy="83629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5400" b="1" dirty="0">
                <a:solidFill>
                  <a:srgbClr val="E2AB9E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lang="en-US" sz="5400" b="1" dirty="0">
                <a:solidFill>
                  <a:srgbClr val="E2AB9E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r>
              <a:rPr sz="2400" b="1" dirty="0">
                <a:solidFill>
                  <a:srgbClr val="E2AB9E"/>
                </a:solidFill>
                <a:latin typeface="微软雅黑" panose="020B0503020204020204" charset="-122"/>
                <a:ea typeface="微软雅黑" panose="020B0503020204020204" charset="-122"/>
              </a:rPr>
              <a:t>%</a:t>
            </a:r>
            <a:endParaRPr sz="2400" b="1" dirty="0">
              <a:solidFill>
                <a:srgbClr val="E2AB9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2535268" y="2015652"/>
            <a:ext cx="13716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</a:rPr>
              <a:t>前端测试覆盖率</a:t>
            </a:r>
            <a:endParaRPr sz="135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8"/>
            </p:custDataLst>
          </p:nvPr>
        </p:nvSpPr>
        <p:spPr>
          <a:xfrm>
            <a:off x="2753784" y="2282260"/>
            <a:ext cx="762635" cy="252095"/>
          </a:xfrm>
          <a:custGeom>
            <a:avLst/>
            <a:gdLst>
              <a:gd name="sw" fmla="*/ 1 w 1200"/>
              <a:gd name="sh" fmla="*/ 1 h 397"/>
              <a:gd name="mins" fmla="min sw sh"/>
              <a:gd name="dsw" fmla="+- 0 sw mins"/>
              <a:gd name="dsh" fmla="+- 0 sh mins"/>
              <a:gd name="p0x0" fmla="*/ 198 w 1200"/>
              <a:gd name="p0y0" fmla="*/ 0 h 397"/>
              <a:gd name="p0x1" fmla="*/ 1001 w 1200"/>
              <a:gd name="p0y1" fmla="*/ 0 h 397"/>
              <a:gd name="p0x2" fmla="*/ 1111 w 1200"/>
              <a:gd name="p0y2" fmla="*/ 0 h 397"/>
              <a:gd name="p0x3" fmla="*/ 1200 w 1200"/>
              <a:gd name="p0y3" fmla="*/ 88 h 397"/>
              <a:gd name="p0x4" fmla="*/ 1200 w 1200"/>
              <a:gd name="p0y4" fmla="*/ 198 h 397"/>
              <a:gd name="p0x5" fmla="*/ 1200 w 1200"/>
              <a:gd name="p0y5" fmla="*/ 308 h 397"/>
              <a:gd name="p0x6" fmla="*/ 1111 w 1200"/>
              <a:gd name="p0y6" fmla="*/ 397 h 397"/>
              <a:gd name="p0x7" fmla="*/ 1001 w 1200"/>
              <a:gd name="p0y7" fmla="*/ 397 h 397"/>
              <a:gd name="p0x8" fmla="*/ 198 w 1200"/>
              <a:gd name="p0y8" fmla="*/ 397 h 397"/>
              <a:gd name="p0x9" fmla="*/ 88 w 1200"/>
              <a:gd name="p0y9" fmla="*/ 397 h 397"/>
              <a:gd name="p0x10" fmla="*/ 0 w 1200"/>
              <a:gd name="p0y10" fmla="*/ 308 h 397"/>
              <a:gd name="p0x11" fmla="*/ 0 w 1200"/>
              <a:gd name="p0y11" fmla="*/ 198 h 397"/>
              <a:gd name="p0x12" fmla="*/ 0 w 1200"/>
              <a:gd name="p0y12" fmla="*/ 88 h 397"/>
              <a:gd name="p0x13" fmla="*/ 88 w 1200"/>
              <a:gd name="p0y13" fmla="*/ 0 h 397"/>
              <a:gd name="p0x14" fmla="*/ 198 w 1200"/>
              <a:gd name="p0y14" fmla="*/ 0 h 397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2830467" y="2320452"/>
            <a:ext cx="743169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50" b="1">
                <a:solidFill>
                  <a:srgbClr val="7A4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45 </a:t>
            </a:r>
            <a:r>
              <a:rPr lang="zh-CN" sz="1050" b="1">
                <a:solidFill>
                  <a:srgbClr val="7A4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个用例</a:t>
            </a:r>
            <a:endParaRPr lang="zh-CN" sz="1050" b="1">
              <a:solidFill>
                <a:srgbClr val="7A483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5350944" y="1153477"/>
            <a:ext cx="1113758" cy="83629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lang="en-US" sz="5400" b="1" dirty="0">
                <a:solidFill>
                  <a:srgbClr val="E2AB9E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sz="5400" b="1" dirty="0">
              <a:solidFill>
                <a:srgbClr val="E2AB9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5050535" y="1987819"/>
            <a:ext cx="12002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</a:rPr>
              <a:t>修复安全漏洞</a:t>
            </a:r>
            <a:endParaRPr sz="135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2"/>
            </p:custDataLst>
          </p:nvPr>
        </p:nvSpPr>
        <p:spPr>
          <a:xfrm>
            <a:off x="5136336" y="2254427"/>
            <a:ext cx="856615" cy="252095"/>
          </a:xfrm>
          <a:custGeom>
            <a:avLst/>
            <a:gdLst>
              <a:gd name="sw" fmla="*/ 1 w 1349"/>
              <a:gd name="sh" fmla="*/ 1 h 397"/>
              <a:gd name="mins" fmla="min sw sh"/>
              <a:gd name="dsw" fmla="+- 0 sw mins"/>
              <a:gd name="dsh" fmla="+- 0 sh mins"/>
              <a:gd name="p0x0" fmla="*/ 198 w 1349"/>
              <a:gd name="p0y0" fmla="*/ 0 h 397"/>
              <a:gd name="p0x1" fmla="*/ 1150 w 1349"/>
              <a:gd name="p0y1" fmla="*/ 0 h 397"/>
              <a:gd name="p0x2" fmla="*/ 1260 w 1349"/>
              <a:gd name="p0y2" fmla="*/ 0 h 397"/>
              <a:gd name="p0x3" fmla="*/ 1349 w 1349"/>
              <a:gd name="p0y3" fmla="*/ 88 h 397"/>
              <a:gd name="p0x4" fmla="*/ 1349 w 1349"/>
              <a:gd name="p0y4" fmla="*/ 198 h 397"/>
              <a:gd name="p0x5" fmla="*/ 1349 w 1349"/>
              <a:gd name="p0y5" fmla="*/ 308 h 397"/>
              <a:gd name="p0x6" fmla="*/ 1260 w 1349"/>
              <a:gd name="p0y6" fmla="*/ 397 h 397"/>
              <a:gd name="p0x7" fmla="*/ 1150 w 1349"/>
              <a:gd name="p0y7" fmla="*/ 397 h 397"/>
              <a:gd name="p0x8" fmla="*/ 198 w 1349"/>
              <a:gd name="p0y8" fmla="*/ 397 h 397"/>
              <a:gd name="p0x9" fmla="*/ 88 w 1349"/>
              <a:gd name="p0y9" fmla="*/ 397 h 397"/>
              <a:gd name="p0x10" fmla="*/ 0 w 1349"/>
              <a:gd name="p0y10" fmla="*/ 308 h 397"/>
              <a:gd name="p0x11" fmla="*/ 0 w 1349"/>
              <a:gd name="p0y11" fmla="*/ 198 h 397"/>
              <a:gd name="p0x12" fmla="*/ 0 w 1349"/>
              <a:gd name="p0y12" fmla="*/ 88 h 397"/>
              <a:gd name="p0x13" fmla="*/ 88 w 1349"/>
              <a:gd name="p0y13" fmla="*/ 0 h 397"/>
              <a:gd name="p0x14" fmla="*/ 198 w 1349"/>
              <a:gd name="p0y14" fmla="*/ 0 h 397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E4F6E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5212612" y="2292619"/>
            <a:ext cx="837905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50" b="1">
                <a:solidFill>
                  <a:srgbClr val="1F5F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sz="1050" b="1">
                <a:solidFill>
                  <a:srgbClr val="1F5F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辅助审查</a:t>
            </a:r>
            <a:endParaRPr lang="zh-CN" sz="1050" b="1">
              <a:solidFill>
                <a:srgbClr val="1F5F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4"/>
            </p:custDataLst>
          </p:nvPr>
        </p:nvSpPr>
        <p:spPr>
          <a:xfrm>
            <a:off x="575945" y="2880995"/>
            <a:ext cx="3546475" cy="3590925"/>
          </a:xfrm>
          <a:custGeom>
            <a:avLst/>
            <a:gdLst>
              <a:gd name="sw" fmla="*/ 1 w 5585"/>
              <a:gd name="sh" fmla="*/ 1 h 5655"/>
              <a:gd name="mins" fmla="min sw sh"/>
              <a:gd name="dsw" fmla="+- 0 sw mins"/>
              <a:gd name="dsh" fmla="+- 0 sh mins"/>
              <a:gd name="p0x0" fmla="*/ 150 w 5585"/>
              <a:gd name="p0y0" fmla="*/ 0 h 5655"/>
              <a:gd name="p0x1" fmla="*/ 5435 w 5585"/>
              <a:gd name="p0y1" fmla="*/ 0 h 5655"/>
              <a:gd name="p0x2" fmla="*/ 5517 w 5585"/>
              <a:gd name="p0y2" fmla="*/ 0 h 5655"/>
              <a:gd name="p0x3" fmla="*/ 5585 w 5585"/>
              <a:gd name="p0y3" fmla="*/ 67 h 5655"/>
              <a:gd name="p0x4" fmla="*/ 5585 w 5585"/>
              <a:gd name="p0y4" fmla="*/ 150 h 5655"/>
              <a:gd name="p0x5" fmla="*/ 5585 w 5585"/>
              <a:gd name="p0y5" fmla="*/ 5505 h 5655"/>
              <a:gd name="p0x6" fmla="*/ 5585 w 5585"/>
              <a:gd name="p0y6" fmla="*/ 5587 h 5655"/>
              <a:gd name="p0x7" fmla="*/ 5517 w 5585"/>
              <a:gd name="p0y7" fmla="*/ 5655 h 5655"/>
              <a:gd name="p0x8" fmla="*/ 5435 w 5585"/>
              <a:gd name="p0y8" fmla="*/ 5655 h 5655"/>
              <a:gd name="p0x9" fmla="*/ 150 w 5585"/>
              <a:gd name="p0y9" fmla="*/ 5655 h 5655"/>
              <a:gd name="p0x10" fmla="*/ 67 w 5585"/>
              <a:gd name="p0y10" fmla="*/ 5655 h 5655"/>
              <a:gd name="p0x11" fmla="*/ 0 w 5585"/>
              <a:gd name="p0y11" fmla="*/ 5587 h 5655"/>
              <a:gd name="p0x12" fmla="*/ 0 w 5585"/>
              <a:gd name="p0y12" fmla="*/ 5505 h 5655"/>
              <a:gd name="p0x13" fmla="*/ 0 w 5585"/>
              <a:gd name="p0y13" fmla="*/ 150 h 5655"/>
              <a:gd name="p0x14" fmla="*/ 0 w 5585"/>
              <a:gd name="p0y14" fmla="*/ 67 h 5655"/>
              <a:gd name="p0x15" fmla="*/ 67 w 5585"/>
              <a:gd name="p0y15" fmla="*/ 0 h 5655"/>
              <a:gd name="p0x16" fmla="*/ 150 w 5585"/>
              <a:gd name="p0y16" fmla="*/ 0 h 565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9F9"/>
          </a:solidFill>
          <a:ln w="9525" cmpd="sng">
            <a:solidFill>
              <a:srgbClr val="E8DDD9"/>
            </a:solidFill>
            <a:prstDash val="solid"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15"/>
            </p:custDataLst>
          </p:nvPr>
        </p:nvSpPr>
        <p:spPr>
          <a:xfrm>
            <a:off x="771525" y="30765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857250" y="3157220"/>
            <a:ext cx="247650" cy="252730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19"/>
            </p:custDataLst>
          </p:nvPr>
        </p:nvSpPr>
        <p:spPr>
          <a:xfrm>
            <a:off x="1304925" y="3103245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100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测试覆盖</a:t>
            </a:r>
            <a:endParaRPr sz="2100"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20"/>
            </p:custDataLst>
          </p:nvPr>
        </p:nvSpPr>
        <p:spPr>
          <a:xfrm>
            <a:off x="771525" y="377761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 t="-7143" b="-7143"/>
          <a:stretch>
            <a:fillRect/>
          </a:stretch>
        </p:blipFill>
        <p:spPr>
          <a:xfrm>
            <a:off x="838200" y="3834765"/>
            <a:ext cx="133350" cy="1524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4"/>
            </p:custDataLst>
          </p:nvPr>
        </p:nvSpPr>
        <p:spPr>
          <a:xfrm>
            <a:off x="1114425" y="3784845"/>
            <a:ext cx="571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后端</a:t>
            </a:r>
            <a:endParaRPr sz="1500"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5"/>
            </p:custDataLst>
          </p:nvPr>
        </p:nvSpPr>
        <p:spPr>
          <a:xfrm>
            <a:off x="1114425" y="4067261"/>
            <a:ext cx="2813075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en-US" altLang="en-US" sz="1350" dirty="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 </a:t>
            </a:r>
            <a:r>
              <a:rPr lang="zh-CN" altLang="en-US" sz="1350" dirty="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个用例（</a:t>
            </a:r>
            <a:r>
              <a:rPr lang="en-US" altLang="zh-CN" sz="1350" dirty="0" err="1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UserService</a:t>
            </a:r>
            <a:r>
              <a:rPr lang="en-US" altLang="zh-CN" sz="1350" dirty="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en-US" altLang="zh-CN" sz="1350" dirty="0" err="1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TaskService</a:t>
            </a:r>
            <a:r>
              <a:rPr lang="en-US" altLang="zh-CN" sz="1350" dirty="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Controller </a:t>
            </a:r>
            <a:r>
              <a:rPr lang="zh-CN" altLang="en-US" sz="1350" dirty="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全覆盖），覆盖率</a:t>
            </a:r>
            <a:r>
              <a:rPr lang="en-US" altLang="zh-CN" sz="1350" dirty="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63%</a:t>
            </a:r>
            <a:endParaRPr lang="en-US" altLang="zh-CN" sz="1350" dirty="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26"/>
            </p:custDataLst>
          </p:nvPr>
        </p:nvSpPr>
        <p:spPr>
          <a:xfrm>
            <a:off x="771525" y="501967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 t="-3333" b="-3333"/>
          <a:stretch>
            <a:fillRect/>
          </a:stretch>
        </p:blipFill>
        <p:spPr>
          <a:xfrm>
            <a:off x="828675" y="5076825"/>
            <a:ext cx="152400" cy="152400"/>
          </a:xfrm>
          <a:prstGeom prst="rect">
            <a:avLst/>
          </a:prstGeom>
        </p:spPr>
      </p:pic>
      <p:sp>
        <p:nvSpPr>
          <p:cNvPr id="26" name="文本框 25"/>
          <p:cNvSpPr txBox="1"/>
          <p:nvPr>
            <p:custDataLst>
              <p:tags r:id="rId30"/>
            </p:custDataLst>
          </p:nvPr>
        </p:nvSpPr>
        <p:spPr>
          <a:xfrm>
            <a:off x="1114425" y="5026819"/>
            <a:ext cx="571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前端</a:t>
            </a:r>
            <a:endParaRPr sz="1500"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31"/>
            </p:custDataLst>
          </p:nvPr>
        </p:nvSpPr>
        <p:spPr>
          <a:xfrm>
            <a:off x="1114425" y="5309235"/>
            <a:ext cx="2813075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en-US" altLang="en-US" sz="1350" dirty="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45 </a:t>
            </a:r>
            <a:r>
              <a:rPr lang="zh-CN" altLang="en-US" sz="1350" dirty="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个用例（</a:t>
            </a:r>
            <a:r>
              <a:rPr lang="en-US" altLang="zh-CN" sz="1350" dirty="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Login 100% · Register 99.4% · Home 100%</a:t>
            </a:r>
            <a:r>
              <a:rPr lang="zh-CN" altLang="en-US" sz="1350" dirty="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），覆盖率</a:t>
            </a:r>
            <a:r>
              <a:rPr lang="en-US" altLang="zh-CN" sz="1350" dirty="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87%</a:t>
            </a:r>
            <a:endParaRPr lang="en-US" altLang="zh-CN" sz="1350" dirty="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32"/>
            </p:custDataLst>
          </p:nvPr>
        </p:nvSpPr>
        <p:spPr>
          <a:xfrm>
            <a:off x="4322445" y="2880995"/>
            <a:ext cx="3546475" cy="3590925"/>
          </a:xfrm>
          <a:custGeom>
            <a:avLst/>
            <a:gdLst>
              <a:gd name="sw" fmla="*/ 1 w 5585"/>
              <a:gd name="sh" fmla="*/ 1 h 5655"/>
              <a:gd name="mins" fmla="min sw sh"/>
              <a:gd name="dsw" fmla="+- 0 sw mins"/>
              <a:gd name="dsh" fmla="+- 0 sh mins"/>
              <a:gd name="p0x0" fmla="*/ 150 w 5585"/>
              <a:gd name="p0y0" fmla="*/ 0 h 5655"/>
              <a:gd name="p0x1" fmla="*/ 5435 w 5585"/>
              <a:gd name="p0y1" fmla="*/ 0 h 5655"/>
              <a:gd name="p0x2" fmla="*/ 5517 w 5585"/>
              <a:gd name="p0y2" fmla="*/ 0 h 5655"/>
              <a:gd name="p0x3" fmla="*/ 5585 w 5585"/>
              <a:gd name="p0y3" fmla="*/ 67 h 5655"/>
              <a:gd name="p0x4" fmla="*/ 5585 w 5585"/>
              <a:gd name="p0y4" fmla="*/ 150 h 5655"/>
              <a:gd name="p0x5" fmla="*/ 5585 w 5585"/>
              <a:gd name="p0y5" fmla="*/ 5505 h 5655"/>
              <a:gd name="p0x6" fmla="*/ 5585 w 5585"/>
              <a:gd name="p0y6" fmla="*/ 5587 h 5655"/>
              <a:gd name="p0x7" fmla="*/ 5517 w 5585"/>
              <a:gd name="p0y7" fmla="*/ 5655 h 5655"/>
              <a:gd name="p0x8" fmla="*/ 5435 w 5585"/>
              <a:gd name="p0y8" fmla="*/ 5655 h 5655"/>
              <a:gd name="p0x9" fmla="*/ 150 w 5585"/>
              <a:gd name="p0y9" fmla="*/ 5655 h 5655"/>
              <a:gd name="p0x10" fmla="*/ 67 w 5585"/>
              <a:gd name="p0y10" fmla="*/ 5655 h 5655"/>
              <a:gd name="p0x11" fmla="*/ 0 w 5585"/>
              <a:gd name="p0y11" fmla="*/ 5587 h 5655"/>
              <a:gd name="p0x12" fmla="*/ 0 w 5585"/>
              <a:gd name="p0y12" fmla="*/ 5505 h 5655"/>
              <a:gd name="p0x13" fmla="*/ 0 w 5585"/>
              <a:gd name="p0y13" fmla="*/ 150 h 5655"/>
              <a:gd name="p0x14" fmla="*/ 0 w 5585"/>
              <a:gd name="p0y14" fmla="*/ 67 h 5655"/>
              <a:gd name="p0x15" fmla="*/ 67 w 5585"/>
              <a:gd name="p0y15" fmla="*/ 0 h 5655"/>
              <a:gd name="p0x16" fmla="*/ 150 w 5585"/>
              <a:gd name="p0y16" fmla="*/ 0 h 565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9F9"/>
          </a:solidFill>
          <a:ln w="9525" cmpd="sng">
            <a:solidFill>
              <a:srgbClr val="E8DDD9"/>
            </a:solidFill>
            <a:prstDash val="solid"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任意多边形 28"/>
          <p:cNvSpPr/>
          <p:nvPr>
            <p:custDataLst>
              <p:tags r:id="rId33"/>
            </p:custDataLst>
          </p:nvPr>
        </p:nvSpPr>
        <p:spPr>
          <a:xfrm>
            <a:off x="4518025" y="30765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 l="-4167" t="-5278" r="-4167" b="-5278"/>
          <a:stretch>
            <a:fillRect/>
          </a:stretch>
        </p:blipFill>
        <p:spPr>
          <a:xfrm>
            <a:off x="4603750" y="3157220"/>
            <a:ext cx="247650" cy="252730"/>
          </a:xfrm>
          <a:prstGeom prst="rect">
            <a:avLst/>
          </a:prstGeom>
        </p:spPr>
      </p:pic>
      <p:sp>
        <p:nvSpPr>
          <p:cNvPr id="31" name="文本框 30"/>
          <p:cNvSpPr txBox="1"/>
          <p:nvPr>
            <p:custDataLst>
              <p:tags r:id="rId37"/>
            </p:custDataLst>
          </p:nvPr>
        </p:nvSpPr>
        <p:spPr>
          <a:xfrm>
            <a:off x="5051451" y="3103245"/>
            <a:ext cx="215949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en-US" sz="2100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CI/CD + </a:t>
            </a:r>
            <a:r>
              <a:rPr lang="zh-CN" sz="2100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容器化</a:t>
            </a:r>
            <a:endParaRPr lang="zh-CN" sz="2100"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38"/>
            </p:custDataLst>
          </p:nvPr>
        </p:nvSpPr>
        <p:spPr>
          <a:xfrm>
            <a:off x="4518025" y="395287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/>
          <a:stretch>
            <a:fillRect/>
          </a:stretch>
        </p:blipFill>
        <p:spPr>
          <a:xfrm>
            <a:off x="4584700" y="4010025"/>
            <a:ext cx="133350" cy="152400"/>
          </a:xfrm>
          <a:prstGeom prst="rect">
            <a:avLst/>
          </a:prstGeom>
        </p:spPr>
      </p:pic>
      <p:sp>
        <p:nvSpPr>
          <p:cNvPr id="34" name="文本框 33"/>
          <p:cNvSpPr txBox="1"/>
          <p:nvPr>
            <p:custDataLst>
              <p:tags r:id="rId42"/>
            </p:custDataLst>
          </p:nvPr>
        </p:nvSpPr>
        <p:spPr>
          <a:xfrm>
            <a:off x="4860951" y="3767138"/>
            <a:ext cx="28130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GitHub Actions</a:t>
            </a:r>
            <a:r>
              <a:rPr lang="zh-CN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backend job + frontend job </a:t>
            </a:r>
            <a:r>
              <a:rPr lang="zh-CN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并行运行</a:t>
            </a:r>
            <a:endParaRPr lang="zh-CN" altLang="en-US" sz="150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任意多边形 34"/>
          <p:cNvSpPr/>
          <p:nvPr>
            <p:custDataLst>
              <p:tags r:id="rId43"/>
            </p:custDataLst>
          </p:nvPr>
        </p:nvSpPr>
        <p:spPr>
          <a:xfrm>
            <a:off x="4518025" y="482917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6" name="图片 35"/>
          <p:cNvPicPr>
            <a:picLocks noChangeAspect="1"/>
          </p:cNvPicPr>
          <p:nvPr>
            <p:custDataLst>
              <p:tags r:id="rId44"/>
            </p:custDataLst>
          </p:nvPr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 l="-5556" r="-5556"/>
          <a:stretch>
            <a:fillRect/>
          </a:stretch>
        </p:blipFill>
        <p:spPr>
          <a:xfrm>
            <a:off x="4556125" y="4886325"/>
            <a:ext cx="190500" cy="152400"/>
          </a:xfrm>
          <a:prstGeom prst="rect">
            <a:avLst/>
          </a:prstGeom>
        </p:spPr>
      </p:pic>
      <p:sp>
        <p:nvSpPr>
          <p:cNvPr id="37" name="文本框 36"/>
          <p:cNvSpPr txBox="1"/>
          <p:nvPr>
            <p:custDataLst>
              <p:tags r:id="rId47"/>
            </p:custDataLst>
          </p:nvPr>
        </p:nvSpPr>
        <p:spPr>
          <a:xfrm>
            <a:off x="4860951" y="4491038"/>
            <a:ext cx="2813075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</a:t>
            </a:r>
            <a:r>
              <a:rPr lang="en-US" altLang="zh-CN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Dockerfile</a:t>
            </a:r>
            <a:r>
              <a:rPr lang="zh-CN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node → nginx </a:t>
            </a:r>
            <a:r>
              <a:rPr lang="zh-CN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多阶段构建</a:t>
            </a:r>
            <a:r>
              <a:rPr lang="en-US" altLang="zh-CN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SPA fallback + API </a:t>
            </a:r>
            <a:r>
              <a:rPr lang="zh-CN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反代</a:t>
            </a:r>
            <a:endParaRPr lang="zh-CN" altLang="en-US" sz="150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48"/>
            </p:custDataLst>
          </p:nvPr>
        </p:nvSpPr>
        <p:spPr>
          <a:xfrm>
            <a:off x="4518025" y="570547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/>
          <p:cNvPicPr>
            <a:picLocks noChangeAspect="1"/>
          </p:cNvPicPr>
          <p:nvPr>
            <p:custDataLst>
              <p:tags r:id="rId49"/>
            </p:custDataLst>
          </p:nvPr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>
          <a:xfrm>
            <a:off x="4575175" y="5762625"/>
            <a:ext cx="152400" cy="152400"/>
          </a:xfrm>
          <a:prstGeom prst="rect">
            <a:avLst/>
          </a:prstGeom>
        </p:spPr>
      </p:pic>
      <p:sp>
        <p:nvSpPr>
          <p:cNvPr id="40" name="文本框 39"/>
          <p:cNvSpPr txBox="1"/>
          <p:nvPr>
            <p:custDataLst>
              <p:tags r:id="rId52"/>
            </p:custDataLst>
          </p:nvPr>
        </p:nvSpPr>
        <p:spPr>
          <a:xfrm>
            <a:off x="4860951" y="5519738"/>
            <a:ext cx="28130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</a:t>
            </a:r>
            <a:r>
              <a:rPr lang="en-US" altLang="zh-CN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生产两套</a:t>
            </a:r>
            <a:r>
              <a:rPr lang="en-US" altLang="zh-CN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Docker Compose</a:t>
            </a:r>
            <a:endParaRPr lang="en-US" altLang="zh-CN" sz="150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任意多边形 40"/>
          <p:cNvSpPr/>
          <p:nvPr>
            <p:custDataLst>
              <p:tags r:id="rId53"/>
            </p:custDataLst>
          </p:nvPr>
        </p:nvSpPr>
        <p:spPr>
          <a:xfrm>
            <a:off x="8068945" y="2880995"/>
            <a:ext cx="3546475" cy="3590925"/>
          </a:xfrm>
          <a:custGeom>
            <a:avLst/>
            <a:gdLst>
              <a:gd name="sw" fmla="*/ 1 w 5585"/>
              <a:gd name="sh" fmla="*/ 1 h 5655"/>
              <a:gd name="mins" fmla="min sw sh"/>
              <a:gd name="dsw" fmla="+- 0 sw mins"/>
              <a:gd name="dsh" fmla="+- 0 sh mins"/>
              <a:gd name="p0x0" fmla="*/ 150 w 5585"/>
              <a:gd name="p0y0" fmla="*/ 0 h 5655"/>
              <a:gd name="p0x1" fmla="*/ 5435 w 5585"/>
              <a:gd name="p0y1" fmla="*/ 0 h 5655"/>
              <a:gd name="p0x2" fmla="*/ 5517 w 5585"/>
              <a:gd name="p0y2" fmla="*/ 0 h 5655"/>
              <a:gd name="p0x3" fmla="*/ 5585 w 5585"/>
              <a:gd name="p0y3" fmla="*/ 67 h 5655"/>
              <a:gd name="p0x4" fmla="*/ 5585 w 5585"/>
              <a:gd name="p0y4" fmla="*/ 150 h 5655"/>
              <a:gd name="p0x5" fmla="*/ 5585 w 5585"/>
              <a:gd name="p0y5" fmla="*/ 5505 h 5655"/>
              <a:gd name="p0x6" fmla="*/ 5585 w 5585"/>
              <a:gd name="p0y6" fmla="*/ 5587 h 5655"/>
              <a:gd name="p0x7" fmla="*/ 5517 w 5585"/>
              <a:gd name="p0y7" fmla="*/ 5655 h 5655"/>
              <a:gd name="p0x8" fmla="*/ 5435 w 5585"/>
              <a:gd name="p0y8" fmla="*/ 5655 h 5655"/>
              <a:gd name="p0x9" fmla="*/ 150 w 5585"/>
              <a:gd name="p0y9" fmla="*/ 5655 h 5655"/>
              <a:gd name="p0x10" fmla="*/ 67 w 5585"/>
              <a:gd name="p0y10" fmla="*/ 5655 h 5655"/>
              <a:gd name="p0x11" fmla="*/ 0 w 5585"/>
              <a:gd name="p0y11" fmla="*/ 5587 h 5655"/>
              <a:gd name="p0x12" fmla="*/ 0 w 5585"/>
              <a:gd name="p0y12" fmla="*/ 5505 h 5655"/>
              <a:gd name="p0x13" fmla="*/ 0 w 5585"/>
              <a:gd name="p0y13" fmla="*/ 150 h 5655"/>
              <a:gd name="p0x14" fmla="*/ 0 w 5585"/>
              <a:gd name="p0y14" fmla="*/ 67 h 5655"/>
              <a:gd name="p0x15" fmla="*/ 67 w 5585"/>
              <a:gd name="p0y15" fmla="*/ 0 h 5655"/>
              <a:gd name="p0x16" fmla="*/ 150 w 5585"/>
              <a:gd name="p0y16" fmla="*/ 0 h 565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9F9"/>
          </a:solidFill>
          <a:ln w="9525" cmpd="sng">
            <a:solidFill>
              <a:srgbClr val="E8DDD9"/>
            </a:solidFill>
            <a:prstDash val="solid"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>
            <p:custDataLst>
              <p:tags r:id="rId54"/>
            </p:custDataLst>
          </p:nvPr>
        </p:nvSpPr>
        <p:spPr>
          <a:xfrm>
            <a:off x="8264525" y="30765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3" name="图片 42"/>
          <p:cNvPicPr>
            <a:picLocks noChangeAspect="1"/>
          </p:cNvPicPr>
          <p:nvPr>
            <p:custDataLst>
              <p:tags r:id="rId55"/>
            </p:custDataLst>
          </p:nvPr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rcRect l="-6522" t="-3067" r="-6522" b="-3067"/>
          <a:stretch>
            <a:fillRect/>
          </a:stretch>
        </p:blipFill>
        <p:spPr>
          <a:xfrm>
            <a:off x="8350250" y="3157220"/>
            <a:ext cx="247650" cy="252730"/>
          </a:xfrm>
          <a:prstGeom prst="rect">
            <a:avLst/>
          </a:prstGeom>
        </p:spPr>
      </p:pic>
      <p:sp>
        <p:nvSpPr>
          <p:cNvPr id="44" name="文本框 43"/>
          <p:cNvSpPr txBox="1"/>
          <p:nvPr>
            <p:custDataLst>
              <p:tags r:id="rId58"/>
            </p:custDataLst>
          </p:nvPr>
        </p:nvSpPr>
        <p:spPr>
          <a:xfrm>
            <a:off x="8797976" y="3103245"/>
            <a:ext cx="8001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100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安全</a:t>
            </a:r>
            <a:endParaRPr sz="2100"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任意多边形 44"/>
          <p:cNvSpPr/>
          <p:nvPr>
            <p:custDataLst>
              <p:tags r:id="rId59"/>
            </p:custDataLst>
          </p:nvPr>
        </p:nvSpPr>
        <p:spPr>
          <a:xfrm>
            <a:off x="8264525" y="446722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6" name="图片 45"/>
          <p:cNvPicPr>
            <a:picLocks noChangeAspect="1"/>
          </p:cNvPicPr>
          <p:nvPr>
            <p:custDataLst>
              <p:tags r:id="rId60"/>
            </p:custDataLst>
          </p:nvPr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rcRect/>
          <a:stretch>
            <a:fillRect/>
          </a:stretch>
        </p:blipFill>
        <p:spPr>
          <a:xfrm>
            <a:off x="8302625" y="4524375"/>
            <a:ext cx="190500" cy="152400"/>
          </a:xfrm>
          <a:prstGeom prst="rect">
            <a:avLst/>
          </a:prstGeom>
        </p:spPr>
      </p:pic>
      <p:sp>
        <p:nvSpPr>
          <p:cNvPr id="47" name="文本框 46"/>
          <p:cNvSpPr txBox="1"/>
          <p:nvPr>
            <p:custDataLst>
              <p:tags r:id="rId63"/>
            </p:custDataLst>
          </p:nvPr>
        </p:nvSpPr>
        <p:spPr>
          <a:xfrm>
            <a:off x="8607476" y="4281488"/>
            <a:ext cx="28130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en-US" altLang="en-US" sz="1500" dirty="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1500" dirty="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辅助</a:t>
            </a:r>
            <a:r>
              <a:rPr lang="en-US" altLang="zh-CN" sz="1500" dirty="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OWASP </a:t>
            </a:r>
            <a:r>
              <a:rPr lang="zh-CN" altLang="en-US" sz="1500" dirty="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审查，前后端合计修复</a:t>
            </a:r>
            <a:r>
              <a:rPr lang="en-US" altLang="zh-CN" sz="1500" dirty="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8 </a:t>
            </a:r>
            <a:r>
              <a:rPr lang="zh-CN" altLang="en-US" sz="1500" dirty="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处漏洞</a:t>
            </a:r>
            <a:endParaRPr lang="zh-CN" altLang="en-US" sz="1500" dirty="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任意多边形 47"/>
          <p:cNvSpPr/>
          <p:nvPr>
            <p:custDataLst>
              <p:tags r:id="rId64"/>
            </p:custDataLst>
          </p:nvPr>
        </p:nvSpPr>
        <p:spPr>
          <a:xfrm>
            <a:off x="8264525" y="519112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9" name="图片 48"/>
          <p:cNvPicPr>
            <a:picLocks noChangeAspect="1"/>
          </p:cNvPicPr>
          <p:nvPr>
            <p:custDataLst>
              <p:tags r:id="rId65"/>
            </p:custDataLst>
          </p:nvPr>
        </p:nvPicPr>
        <p:blipFill>
          <a:blip r:embed="rId66"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rcRect/>
          <a:stretch>
            <a:fillRect/>
          </a:stretch>
        </p:blipFill>
        <p:spPr>
          <a:xfrm>
            <a:off x="8321675" y="5248275"/>
            <a:ext cx="152400" cy="152400"/>
          </a:xfrm>
          <a:prstGeom prst="rect">
            <a:avLst/>
          </a:prstGeom>
        </p:spPr>
      </p:pic>
      <p:sp>
        <p:nvSpPr>
          <p:cNvPr id="50" name="文本框 49"/>
          <p:cNvSpPr txBox="1"/>
          <p:nvPr>
            <p:custDataLst>
              <p:tags r:id="rId68"/>
            </p:custDataLst>
          </p:nvPr>
        </p:nvSpPr>
        <p:spPr>
          <a:xfrm>
            <a:off x="8607476" y="5005388"/>
            <a:ext cx="28130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Gitleaks </a:t>
            </a:r>
            <a:r>
              <a:rPr lang="zh-CN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密钥扫描</a:t>
            </a:r>
            <a:r>
              <a:rPr lang="en-US" altLang="zh-CN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npm audit </a:t>
            </a:r>
            <a:r>
              <a:rPr lang="zh-CN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依赖漏洞扫描（全员参与）</a:t>
            </a:r>
            <a:endParaRPr lang="zh-CN" altLang="en-US" sz="150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工程质量</a:t>
            </a:r>
            <a:endParaRPr sz="3000"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607873" y="1181310"/>
            <a:ext cx="1822171" cy="83629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lang="en-US" sz="5400" b="1" dirty="0">
                <a:solidFill>
                  <a:srgbClr val="E2AB9E"/>
                </a:solidFill>
                <a:latin typeface="微软雅黑" panose="020B0503020204020204" charset="-122"/>
                <a:ea typeface="微软雅黑" panose="020B0503020204020204" charset="-122"/>
              </a:rPr>
              <a:t>63</a:t>
            </a:r>
            <a:r>
              <a:rPr sz="2400" b="1" dirty="0">
                <a:solidFill>
                  <a:srgbClr val="E2AB9E"/>
                </a:solidFill>
                <a:latin typeface="微软雅黑" panose="020B0503020204020204" charset="-122"/>
                <a:ea typeface="微软雅黑" panose="020B0503020204020204" charset="-122"/>
              </a:rPr>
              <a:t>%</a:t>
            </a:r>
            <a:endParaRPr sz="2400" b="1" dirty="0">
              <a:solidFill>
                <a:srgbClr val="E2AB9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575945" y="2015652"/>
            <a:ext cx="13716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</a:rPr>
              <a:t>后端测试覆盖率</a:t>
            </a:r>
            <a:endParaRPr sz="135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794461" y="2282260"/>
            <a:ext cx="762635" cy="252095"/>
          </a:xfrm>
          <a:custGeom>
            <a:avLst/>
            <a:gdLst>
              <a:gd name="sw" fmla="*/ 1 w 1200"/>
              <a:gd name="sh" fmla="*/ 1 h 397"/>
              <a:gd name="mins" fmla="min sw sh"/>
              <a:gd name="dsw" fmla="+- 0 sw mins"/>
              <a:gd name="dsh" fmla="+- 0 sh mins"/>
              <a:gd name="p0x0" fmla="*/ 198 w 1200"/>
              <a:gd name="p0y0" fmla="*/ 0 h 397"/>
              <a:gd name="p0x1" fmla="*/ 1001 w 1200"/>
              <a:gd name="p0y1" fmla="*/ 0 h 397"/>
              <a:gd name="p0x2" fmla="*/ 1111 w 1200"/>
              <a:gd name="p0y2" fmla="*/ 0 h 397"/>
              <a:gd name="p0x3" fmla="*/ 1200 w 1200"/>
              <a:gd name="p0y3" fmla="*/ 88 h 397"/>
              <a:gd name="p0x4" fmla="*/ 1200 w 1200"/>
              <a:gd name="p0y4" fmla="*/ 198 h 397"/>
              <a:gd name="p0x5" fmla="*/ 1200 w 1200"/>
              <a:gd name="p0y5" fmla="*/ 308 h 397"/>
              <a:gd name="p0x6" fmla="*/ 1111 w 1200"/>
              <a:gd name="p0y6" fmla="*/ 397 h 397"/>
              <a:gd name="p0x7" fmla="*/ 1001 w 1200"/>
              <a:gd name="p0y7" fmla="*/ 397 h 397"/>
              <a:gd name="p0x8" fmla="*/ 198 w 1200"/>
              <a:gd name="p0y8" fmla="*/ 397 h 397"/>
              <a:gd name="p0x9" fmla="*/ 88 w 1200"/>
              <a:gd name="p0y9" fmla="*/ 397 h 397"/>
              <a:gd name="p0x10" fmla="*/ 0 w 1200"/>
              <a:gd name="p0y10" fmla="*/ 308 h 397"/>
              <a:gd name="p0x11" fmla="*/ 0 w 1200"/>
              <a:gd name="p0y11" fmla="*/ 198 h 397"/>
              <a:gd name="p0x12" fmla="*/ 0 w 1200"/>
              <a:gd name="p0y12" fmla="*/ 88 h 397"/>
              <a:gd name="p0x13" fmla="*/ 88 w 1200"/>
              <a:gd name="p0y13" fmla="*/ 0 h 397"/>
              <a:gd name="p0x14" fmla="*/ 198 w 1200"/>
              <a:gd name="p0y14" fmla="*/ 0 h 397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871144" y="2320452"/>
            <a:ext cx="743169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50" b="1">
                <a:solidFill>
                  <a:srgbClr val="7A4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 </a:t>
            </a:r>
            <a:r>
              <a:rPr lang="zh-CN" sz="1050" b="1">
                <a:solidFill>
                  <a:srgbClr val="7A4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个用例</a:t>
            </a:r>
            <a:endParaRPr lang="zh-CN" sz="1050" b="1">
              <a:solidFill>
                <a:srgbClr val="7A483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2567196" y="1181310"/>
            <a:ext cx="1822171" cy="83629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5400" b="1" dirty="0">
                <a:solidFill>
                  <a:srgbClr val="E2AB9E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lang="en-US" sz="5400" b="1" dirty="0">
                <a:solidFill>
                  <a:srgbClr val="E2AB9E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r>
              <a:rPr sz="2400" b="1" dirty="0">
                <a:solidFill>
                  <a:srgbClr val="E2AB9E"/>
                </a:solidFill>
                <a:latin typeface="微软雅黑" panose="020B0503020204020204" charset="-122"/>
                <a:ea typeface="微软雅黑" panose="020B0503020204020204" charset="-122"/>
              </a:rPr>
              <a:t>%</a:t>
            </a:r>
            <a:endParaRPr sz="2400" b="1" dirty="0">
              <a:solidFill>
                <a:srgbClr val="E2AB9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2535268" y="2015652"/>
            <a:ext cx="13716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</a:rPr>
              <a:t>前端测试覆盖率</a:t>
            </a:r>
            <a:endParaRPr sz="135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8"/>
            </p:custDataLst>
          </p:nvPr>
        </p:nvSpPr>
        <p:spPr>
          <a:xfrm>
            <a:off x="2753784" y="2282260"/>
            <a:ext cx="762635" cy="252095"/>
          </a:xfrm>
          <a:custGeom>
            <a:avLst/>
            <a:gdLst>
              <a:gd name="sw" fmla="*/ 1 w 1200"/>
              <a:gd name="sh" fmla="*/ 1 h 397"/>
              <a:gd name="mins" fmla="min sw sh"/>
              <a:gd name="dsw" fmla="+- 0 sw mins"/>
              <a:gd name="dsh" fmla="+- 0 sh mins"/>
              <a:gd name="p0x0" fmla="*/ 198 w 1200"/>
              <a:gd name="p0y0" fmla="*/ 0 h 397"/>
              <a:gd name="p0x1" fmla="*/ 1001 w 1200"/>
              <a:gd name="p0y1" fmla="*/ 0 h 397"/>
              <a:gd name="p0x2" fmla="*/ 1111 w 1200"/>
              <a:gd name="p0y2" fmla="*/ 0 h 397"/>
              <a:gd name="p0x3" fmla="*/ 1200 w 1200"/>
              <a:gd name="p0y3" fmla="*/ 88 h 397"/>
              <a:gd name="p0x4" fmla="*/ 1200 w 1200"/>
              <a:gd name="p0y4" fmla="*/ 198 h 397"/>
              <a:gd name="p0x5" fmla="*/ 1200 w 1200"/>
              <a:gd name="p0y5" fmla="*/ 308 h 397"/>
              <a:gd name="p0x6" fmla="*/ 1111 w 1200"/>
              <a:gd name="p0y6" fmla="*/ 397 h 397"/>
              <a:gd name="p0x7" fmla="*/ 1001 w 1200"/>
              <a:gd name="p0y7" fmla="*/ 397 h 397"/>
              <a:gd name="p0x8" fmla="*/ 198 w 1200"/>
              <a:gd name="p0y8" fmla="*/ 397 h 397"/>
              <a:gd name="p0x9" fmla="*/ 88 w 1200"/>
              <a:gd name="p0y9" fmla="*/ 397 h 397"/>
              <a:gd name="p0x10" fmla="*/ 0 w 1200"/>
              <a:gd name="p0y10" fmla="*/ 308 h 397"/>
              <a:gd name="p0x11" fmla="*/ 0 w 1200"/>
              <a:gd name="p0y11" fmla="*/ 198 h 397"/>
              <a:gd name="p0x12" fmla="*/ 0 w 1200"/>
              <a:gd name="p0y12" fmla="*/ 88 h 397"/>
              <a:gd name="p0x13" fmla="*/ 88 w 1200"/>
              <a:gd name="p0y13" fmla="*/ 0 h 397"/>
              <a:gd name="p0x14" fmla="*/ 198 w 1200"/>
              <a:gd name="p0y14" fmla="*/ 0 h 397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2830467" y="2320452"/>
            <a:ext cx="743169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50" b="1">
                <a:solidFill>
                  <a:srgbClr val="7A4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45 </a:t>
            </a:r>
            <a:r>
              <a:rPr lang="zh-CN" sz="1050" b="1">
                <a:solidFill>
                  <a:srgbClr val="7A4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个用例</a:t>
            </a:r>
            <a:endParaRPr lang="zh-CN" sz="1050" b="1">
              <a:solidFill>
                <a:srgbClr val="7A483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5350944" y="1153477"/>
            <a:ext cx="1113758" cy="83629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lang="en-US" sz="5400" b="1">
                <a:solidFill>
                  <a:srgbClr val="E2AB9E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sz="5400" b="1">
              <a:solidFill>
                <a:srgbClr val="E2AB9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5050535" y="1987819"/>
            <a:ext cx="12002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</a:rPr>
              <a:t>修复安全漏洞</a:t>
            </a:r>
            <a:endParaRPr sz="135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2"/>
            </p:custDataLst>
          </p:nvPr>
        </p:nvSpPr>
        <p:spPr>
          <a:xfrm>
            <a:off x="5136336" y="2254427"/>
            <a:ext cx="856615" cy="252095"/>
          </a:xfrm>
          <a:custGeom>
            <a:avLst/>
            <a:gdLst>
              <a:gd name="sw" fmla="*/ 1 w 1349"/>
              <a:gd name="sh" fmla="*/ 1 h 397"/>
              <a:gd name="mins" fmla="min sw sh"/>
              <a:gd name="dsw" fmla="+- 0 sw mins"/>
              <a:gd name="dsh" fmla="+- 0 sh mins"/>
              <a:gd name="p0x0" fmla="*/ 198 w 1349"/>
              <a:gd name="p0y0" fmla="*/ 0 h 397"/>
              <a:gd name="p0x1" fmla="*/ 1150 w 1349"/>
              <a:gd name="p0y1" fmla="*/ 0 h 397"/>
              <a:gd name="p0x2" fmla="*/ 1260 w 1349"/>
              <a:gd name="p0y2" fmla="*/ 0 h 397"/>
              <a:gd name="p0x3" fmla="*/ 1349 w 1349"/>
              <a:gd name="p0y3" fmla="*/ 88 h 397"/>
              <a:gd name="p0x4" fmla="*/ 1349 w 1349"/>
              <a:gd name="p0y4" fmla="*/ 198 h 397"/>
              <a:gd name="p0x5" fmla="*/ 1349 w 1349"/>
              <a:gd name="p0y5" fmla="*/ 308 h 397"/>
              <a:gd name="p0x6" fmla="*/ 1260 w 1349"/>
              <a:gd name="p0y6" fmla="*/ 397 h 397"/>
              <a:gd name="p0x7" fmla="*/ 1150 w 1349"/>
              <a:gd name="p0y7" fmla="*/ 397 h 397"/>
              <a:gd name="p0x8" fmla="*/ 198 w 1349"/>
              <a:gd name="p0y8" fmla="*/ 397 h 397"/>
              <a:gd name="p0x9" fmla="*/ 88 w 1349"/>
              <a:gd name="p0y9" fmla="*/ 397 h 397"/>
              <a:gd name="p0x10" fmla="*/ 0 w 1349"/>
              <a:gd name="p0y10" fmla="*/ 308 h 397"/>
              <a:gd name="p0x11" fmla="*/ 0 w 1349"/>
              <a:gd name="p0y11" fmla="*/ 198 h 397"/>
              <a:gd name="p0x12" fmla="*/ 0 w 1349"/>
              <a:gd name="p0y12" fmla="*/ 88 h 397"/>
              <a:gd name="p0x13" fmla="*/ 88 w 1349"/>
              <a:gd name="p0y13" fmla="*/ 0 h 397"/>
              <a:gd name="p0x14" fmla="*/ 198 w 1349"/>
              <a:gd name="p0y14" fmla="*/ 0 h 397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E4F6E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5212612" y="2292619"/>
            <a:ext cx="837905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50" b="1">
                <a:solidFill>
                  <a:srgbClr val="1F5F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sz="1050" b="1">
                <a:solidFill>
                  <a:srgbClr val="1F5F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辅助审查</a:t>
            </a:r>
            <a:endParaRPr lang="zh-CN" sz="1050" b="1">
              <a:solidFill>
                <a:srgbClr val="1F5F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4"/>
            </p:custDataLst>
          </p:nvPr>
        </p:nvSpPr>
        <p:spPr>
          <a:xfrm>
            <a:off x="575945" y="2880995"/>
            <a:ext cx="3546475" cy="3590925"/>
          </a:xfrm>
          <a:custGeom>
            <a:avLst/>
            <a:gdLst>
              <a:gd name="sw" fmla="*/ 1 w 5585"/>
              <a:gd name="sh" fmla="*/ 1 h 5655"/>
              <a:gd name="mins" fmla="min sw sh"/>
              <a:gd name="dsw" fmla="+- 0 sw mins"/>
              <a:gd name="dsh" fmla="+- 0 sh mins"/>
              <a:gd name="p0x0" fmla="*/ 150 w 5585"/>
              <a:gd name="p0y0" fmla="*/ 0 h 5655"/>
              <a:gd name="p0x1" fmla="*/ 5435 w 5585"/>
              <a:gd name="p0y1" fmla="*/ 0 h 5655"/>
              <a:gd name="p0x2" fmla="*/ 5517 w 5585"/>
              <a:gd name="p0y2" fmla="*/ 0 h 5655"/>
              <a:gd name="p0x3" fmla="*/ 5585 w 5585"/>
              <a:gd name="p0y3" fmla="*/ 67 h 5655"/>
              <a:gd name="p0x4" fmla="*/ 5585 w 5585"/>
              <a:gd name="p0y4" fmla="*/ 150 h 5655"/>
              <a:gd name="p0x5" fmla="*/ 5585 w 5585"/>
              <a:gd name="p0y5" fmla="*/ 5505 h 5655"/>
              <a:gd name="p0x6" fmla="*/ 5585 w 5585"/>
              <a:gd name="p0y6" fmla="*/ 5587 h 5655"/>
              <a:gd name="p0x7" fmla="*/ 5517 w 5585"/>
              <a:gd name="p0y7" fmla="*/ 5655 h 5655"/>
              <a:gd name="p0x8" fmla="*/ 5435 w 5585"/>
              <a:gd name="p0y8" fmla="*/ 5655 h 5655"/>
              <a:gd name="p0x9" fmla="*/ 150 w 5585"/>
              <a:gd name="p0y9" fmla="*/ 5655 h 5655"/>
              <a:gd name="p0x10" fmla="*/ 67 w 5585"/>
              <a:gd name="p0y10" fmla="*/ 5655 h 5655"/>
              <a:gd name="p0x11" fmla="*/ 0 w 5585"/>
              <a:gd name="p0y11" fmla="*/ 5587 h 5655"/>
              <a:gd name="p0x12" fmla="*/ 0 w 5585"/>
              <a:gd name="p0y12" fmla="*/ 5505 h 5655"/>
              <a:gd name="p0x13" fmla="*/ 0 w 5585"/>
              <a:gd name="p0y13" fmla="*/ 150 h 5655"/>
              <a:gd name="p0x14" fmla="*/ 0 w 5585"/>
              <a:gd name="p0y14" fmla="*/ 67 h 5655"/>
              <a:gd name="p0x15" fmla="*/ 67 w 5585"/>
              <a:gd name="p0y15" fmla="*/ 0 h 5655"/>
              <a:gd name="p0x16" fmla="*/ 150 w 5585"/>
              <a:gd name="p0y16" fmla="*/ 0 h 565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9F9"/>
          </a:solidFill>
          <a:ln w="9525" cmpd="sng">
            <a:solidFill>
              <a:srgbClr val="E8DDD9"/>
            </a:solidFill>
            <a:prstDash val="solid"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15"/>
            </p:custDataLst>
          </p:nvPr>
        </p:nvSpPr>
        <p:spPr>
          <a:xfrm>
            <a:off x="771525" y="30765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857250" y="3157220"/>
            <a:ext cx="247650" cy="252730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19"/>
            </p:custDataLst>
          </p:nvPr>
        </p:nvSpPr>
        <p:spPr>
          <a:xfrm>
            <a:off x="1304925" y="3103245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100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测试覆盖</a:t>
            </a:r>
            <a:endParaRPr sz="2100"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20"/>
            </p:custDataLst>
          </p:nvPr>
        </p:nvSpPr>
        <p:spPr>
          <a:xfrm>
            <a:off x="771525" y="377761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 t="-7143" b="-7143"/>
          <a:stretch>
            <a:fillRect/>
          </a:stretch>
        </p:blipFill>
        <p:spPr>
          <a:xfrm>
            <a:off x="838200" y="3834765"/>
            <a:ext cx="133350" cy="1524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4"/>
            </p:custDataLst>
          </p:nvPr>
        </p:nvSpPr>
        <p:spPr>
          <a:xfrm>
            <a:off x="1114425" y="3784845"/>
            <a:ext cx="571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后端</a:t>
            </a:r>
            <a:endParaRPr sz="1500"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5"/>
            </p:custDataLst>
          </p:nvPr>
        </p:nvSpPr>
        <p:spPr>
          <a:xfrm>
            <a:off x="1114425" y="4067261"/>
            <a:ext cx="2813075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en-US" altLang="en-US" sz="1350" dirty="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 </a:t>
            </a:r>
            <a:r>
              <a:rPr lang="zh-CN" altLang="en-US" sz="1350" dirty="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个用例（</a:t>
            </a:r>
            <a:r>
              <a:rPr lang="en-US" altLang="zh-CN" sz="1350" dirty="0" err="1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UserService</a:t>
            </a:r>
            <a:r>
              <a:rPr lang="en-US" altLang="zh-CN" sz="1350" dirty="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en-US" altLang="zh-CN" sz="1350" dirty="0" err="1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TaskService</a:t>
            </a:r>
            <a:r>
              <a:rPr lang="en-US" altLang="zh-CN" sz="1350" dirty="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Controller </a:t>
            </a:r>
            <a:r>
              <a:rPr lang="zh-CN" altLang="en-US" sz="1350" dirty="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全覆盖），覆盖率</a:t>
            </a:r>
            <a:r>
              <a:rPr lang="en-US" altLang="zh-CN" sz="1350" dirty="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63%</a:t>
            </a:r>
            <a:endParaRPr lang="en-US" altLang="zh-CN" sz="1350" dirty="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26"/>
            </p:custDataLst>
          </p:nvPr>
        </p:nvSpPr>
        <p:spPr>
          <a:xfrm>
            <a:off x="771525" y="501967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 t="-3333" b="-3333"/>
          <a:stretch>
            <a:fillRect/>
          </a:stretch>
        </p:blipFill>
        <p:spPr>
          <a:xfrm>
            <a:off x="828675" y="5076825"/>
            <a:ext cx="152400" cy="152400"/>
          </a:xfrm>
          <a:prstGeom prst="rect">
            <a:avLst/>
          </a:prstGeom>
        </p:spPr>
      </p:pic>
      <p:sp>
        <p:nvSpPr>
          <p:cNvPr id="26" name="文本框 25"/>
          <p:cNvSpPr txBox="1"/>
          <p:nvPr>
            <p:custDataLst>
              <p:tags r:id="rId30"/>
            </p:custDataLst>
          </p:nvPr>
        </p:nvSpPr>
        <p:spPr>
          <a:xfrm>
            <a:off x="1114425" y="5026819"/>
            <a:ext cx="571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前端</a:t>
            </a:r>
            <a:endParaRPr sz="1500"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31"/>
            </p:custDataLst>
          </p:nvPr>
        </p:nvSpPr>
        <p:spPr>
          <a:xfrm>
            <a:off x="1114425" y="5309235"/>
            <a:ext cx="2813075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en-US" altLang="en-US" sz="1350" dirty="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45 </a:t>
            </a:r>
            <a:r>
              <a:rPr lang="zh-CN" altLang="en-US" sz="1350" dirty="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个用例（</a:t>
            </a:r>
            <a:r>
              <a:rPr lang="en-US" altLang="zh-CN" sz="1350" dirty="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Login 100% · Register 99.4% · Home 100%</a:t>
            </a:r>
            <a:r>
              <a:rPr lang="zh-CN" altLang="en-US" sz="1350" dirty="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），覆盖率</a:t>
            </a:r>
            <a:r>
              <a:rPr lang="en-US" altLang="zh-CN" sz="1350" dirty="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87%</a:t>
            </a:r>
            <a:endParaRPr lang="en-US" altLang="zh-CN" sz="1350" dirty="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32"/>
            </p:custDataLst>
          </p:nvPr>
        </p:nvSpPr>
        <p:spPr>
          <a:xfrm>
            <a:off x="4322445" y="2880995"/>
            <a:ext cx="3546475" cy="3590925"/>
          </a:xfrm>
          <a:custGeom>
            <a:avLst/>
            <a:gdLst>
              <a:gd name="sw" fmla="*/ 1 w 5585"/>
              <a:gd name="sh" fmla="*/ 1 h 5655"/>
              <a:gd name="mins" fmla="min sw sh"/>
              <a:gd name="dsw" fmla="+- 0 sw mins"/>
              <a:gd name="dsh" fmla="+- 0 sh mins"/>
              <a:gd name="p0x0" fmla="*/ 150 w 5585"/>
              <a:gd name="p0y0" fmla="*/ 0 h 5655"/>
              <a:gd name="p0x1" fmla="*/ 5435 w 5585"/>
              <a:gd name="p0y1" fmla="*/ 0 h 5655"/>
              <a:gd name="p0x2" fmla="*/ 5517 w 5585"/>
              <a:gd name="p0y2" fmla="*/ 0 h 5655"/>
              <a:gd name="p0x3" fmla="*/ 5585 w 5585"/>
              <a:gd name="p0y3" fmla="*/ 67 h 5655"/>
              <a:gd name="p0x4" fmla="*/ 5585 w 5585"/>
              <a:gd name="p0y4" fmla="*/ 150 h 5655"/>
              <a:gd name="p0x5" fmla="*/ 5585 w 5585"/>
              <a:gd name="p0y5" fmla="*/ 5505 h 5655"/>
              <a:gd name="p0x6" fmla="*/ 5585 w 5585"/>
              <a:gd name="p0y6" fmla="*/ 5587 h 5655"/>
              <a:gd name="p0x7" fmla="*/ 5517 w 5585"/>
              <a:gd name="p0y7" fmla="*/ 5655 h 5655"/>
              <a:gd name="p0x8" fmla="*/ 5435 w 5585"/>
              <a:gd name="p0y8" fmla="*/ 5655 h 5655"/>
              <a:gd name="p0x9" fmla="*/ 150 w 5585"/>
              <a:gd name="p0y9" fmla="*/ 5655 h 5655"/>
              <a:gd name="p0x10" fmla="*/ 67 w 5585"/>
              <a:gd name="p0y10" fmla="*/ 5655 h 5655"/>
              <a:gd name="p0x11" fmla="*/ 0 w 5585"/>
              <a:gd name="p0y11" fmla="*/ 5587 h 5655"/>
              <a:gd name="p0x12" fmla="*/ 0 w 5585"/>
              <a:gd name="p0y12" fmla="*/ 5505 h 5655"/>
              <a:gd name="p0x13" fmla="*/ 0 w 5585"/>
              <a:gd name="p0y13" fmla="*/ 150 h 5655"/>
              <a:gd name="p0x14" fmla="*/ 0 w 5585"/>
              <a:gd name="p0y14" fmla="*/ 67 h 5655"/>
              <a:gd name="p0x15" fmla="*/ 67 w 5585"/>
              <a:gd name="p0y15" fmla="*/ 0 h 5655"/>
              <a:gd name="p0x16" fmla="*/ 150 w 5585"/>
              <a:gd name="p0y16" fmla="*/ 0 h 565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9F9"/>
          </a:solidFill>
          <a:ln w="9525" cmpd="sng">
            <a:solidFill>
              <a:srgbClr val="E8DDD9"/>
            </a:solidFill>
            <a:prstDash val="solid"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任意多边形 28"/>
          <p:cNvSpPr/>
          <p:nvPr>
            <p:custDataLst>
              <p:tags r:id="rId33"/>
            </p:custDataLst>
          </p:nvPr>
        </p:nvSpPr>
        <p:spPr>
          <a:xfrm>
            <a:off x="4518025" y="30765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 l="-4167" t="-5278" r="-4167" b="-5278"/>
          <a:stretch>
            <a:fillRect/>
          </a:stretch>
        </p:blipFill>
        <p:spPr>
          <a:xfrm>
            <a:off x="4603750" y="3157220"/>
            <a:ext cx="247650" cy="252730"/>
          </a:xfrm>
          <a:prstGeom prst="rect">
            <a:avLst/>
          </a:prstGeom>
        </p:spPr>
      </p:pic>
      <p:sp>
        <p:nvSpPr>
          <p:cNvPr id="31" name="文本框 30"/>
          <p:cNvSpPr txBox="1"/>
          <p:nvPr>
            <p:custDataLst>
              <p:tags r:id="rId37"/>
            </p:custDataLst>
          </p:nvPr>
        </p:nvSpPr>
        <p:spPr>
          <a:xfrm>
            <a:off x="5051451" y="3103245"/>
            <a:ext cx="215949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en-US" sz="2100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CI/CD + </a:t>
            </a:r>
            <a:r>
              <a:rPr lang="zh-CN" sz="2100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容器化</a:t>
            </a:r>
            <a:endParaRPr lang="zh-CN" sz="2100"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38"/>
            </p:custDataLst>
          </p:nvPr>
        </p:nvSpPr>
        <p:spPr>
          <a:xfrm>
            <a:off x="4518025" y="395287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/>
          <a:stretch>
            <a:fillRect/>
          </a:stretch>
        </p:blipFill>
        <p:spPr>
          <a:xfrm>
            <a:off x="4584700" y="4010025"/>
            <a:ext cx="133350" cy="152400"/>
          </a:xfrm>
          <a:prstGeom prst="rect">
            <a:avLst/>
          </a:prstGeom>
        </p:spPr>
      </p:pic>
      <p:sp>
        <p:nvSpPr>
          <p:cNvPr id="34" name="文本框 33"/>
          <p:cNvSpPr txBox="1"/>
          <p:nvPr>
            <p:custDataLst>
              <p:tags r:id="rId42"/>
            </p:custDataLst>
          </p:nvPr>
        </p:nvSpPr>
        <p:spPr>
          <a:xfrm>
            <a:off x="4860951" y="3767138"/>
            <a:ext cx="28130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GitHub Actions</a:t>
            </a:r>
            <a:r>
              <a:rPr lang="zh-CN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backend job + frontend job </a:t>
            </a:r>
            <a:r>
              <a:rPr lang="zh-CN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并行运行</a:t>
            </a:r>
            <a:endParaRPr lang="zh-CN" altLang="en-US" sz="150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任意多边形 34"/>
          <p:cNvSpPr/>
          <p:nvPr>
            <p:custDataLst>
              <p:tags r:id="rId43"/>
            </p:custDataLst>
          </p:nvPr>
        </p:nvSpPr>
        <p:spPr>
          <a:xfrm>
            <a:off x="4518025" y="482917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6" name="图片 35"/>
          <p:cNvPicPr>
            <a:picLocks noChangeAspect="1"/>
          </p:cNvPicPr>
          <p:nvPr>
            <p:custDataLst>
              <p:tags r:id="rId44"/>
            </p:custDataLst>
          </p:nvPr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 l="-5556" r="-5556"/>
          <a:stretch>
            <a:fillRect/>
          </a:stretch>
        </p:blipFill>
        <p:spPr>
          <a:xfrm>
            <a:off x="4556125" y="4886325"/>
            <a:ext cx="190500" cy="152400"/>
          </a:xfrm>
          <a:prstGeom prst="rect">
            <a:avLst/>
          </a:prstGeom>
        </p:spPr>
      </p:pic>
      <p:sp>
        <p:nvSpPr>
          <p:cNvPr id="37" name="文本框 36"/>
          <p:cNvSpPr txBox="1"/>
          <p:nvPr>
            <p:custDataLst>
              <p:tags r:id="rId47"/>
            </p:custDataLst>
          </p:nvPr>
        </p:nvSpPr>
        <p:spPr>
          <a:xfrm>
            <a:off x="4860951" y="4491038"/>
            <a:ext cx="2813075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</a:t>
            </a:r>
            <a:r>
              <a:rPr lang="en-US" altLang="zh-CN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Dockerfile</a:t>
            </a:r>
            <a:r>
              <a:rPr lang="zh-CN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node → nginx </a:t>
            </a:r>
            <a:r>
              <a:rPr lang="zh-CN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多阶段构建</a:t>
            </a:r>
            <a:r>
              <a:rPr lang="en-US" altLang="zh-CN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SPA fallback + API </a:t>
            </a:r>
            <a:r>
              <a:rPr lang="zh-CN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反代</a:t>
            </a:r>
            <a:endParaRPr lang="zh-CN" altLang="en-US" sz="150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48"/>
            </p:custDataLst>
          </p:nvPr>
        </p:nvSpPr>
        <p:spPr>
          <a:xfrm>
            <a:off x="4518025" y="570547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/>
          <p:cNvPicPr>
            <a:picLocks noChangeAspect="1"/>
          </p:cNvPicPr>
          <p:nvPr>
            <p:custDataLst>
              <p:tags r:id="rId49"/>
            </p:custDataLst>
          </p:nvPr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>
          <a:xfrm>
            <a:off x="4575175" y="5762625"/>
            <a:ext cx="152400" cy="152400"/>
          </a:xfrm>
          <a:prstGeom prst="rect">
            <a:avLst/>
          </a:prstGeom>
        </p:spPr>
      </p:pic>
      <p:sp>
        <p:nvSpPr>
          <p:cNvPr id="40" name="文本框 39"/>
          <p:cNvSpPr txBox="1"/>
          <p:nvPr>
            <p:custDataLst>
              <p:tags r:id="rId52"/>
            </p:custDataLst>
          </p:nvPr>
        </p:nvSpPr>
        <p:spPr>
          <a:xfrm>
            <a:off x="4860951" y="5519738"/>
            <a:ext cx="28130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</a:t>
            </a:r>
            <a:r>
              <a:rPr lang="en-US" altLang="zh-CN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生产两套</a:t>
            </a:r>
            <a:r>
              <a:rPr lang="en-US" altLang="zh-CN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Docker Compose</a:t>
            </a:r>
            <a:endParaRPr lang="en-US" altLang="zh-CN" sz="150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任意多边形 40"/>
          <p:cNvSpPr/>
          <p:nvPr>
            <p:custDataLst>
              <p:tags r:id="rId53"/>
            </p:custDataLst>
          </p:nvPr>
        </p:nvSpPr>
        <p:spPr>
          <a:xfrm>
            <a:off x="8068945" y="2880995"/>
            <a:ext cx="3546475" cy="3590925"/>
          </a:xfrm>
          <a:custGeom>
            <a:avLst/>
            <a:gdLst>
              <a:gd name="sw" fmla="*/ 1 w 5585"/>
              <a:gd name="sh" fmla="*/ 1 h 5655"/>
              <a:gd name="mins" fmla="min sw sh"/>
              <a:gd name="dsw" fmla="+- 0 sw mins"/>
              <a:gd name="dsh" fmla="+- 0 sh mins"/>
              <a:gd name="p0x0" fmla="*/ 150 w 5585"/>
              <a:gd name="p0y0" fmla="*/ 0 h 5655"/>
              <a:gd name="p0x1" fmla="*/ 5435 w 5585"/>
              <a:gd name="p0y1" fmla="*/ 0 h 5655"/>
              <a:gd name="p0x2" fmla="*/ 5517 w 5585"/>
              <a:gd name="p0y2" fmla="*/ 0 h 5655"/>
              <a:gd name="p0x3" fmla="*/ 5585 w 5585"/>
              <a:gd name="p0y3" fmla="*/ 67 h 5655"/>
              <a:gd name="p0x4" fmla="*/ 5585 w 5585"/>
              <a:gd name="p0y4" fmla="*/ 150 h 5655"/>
              <a:gd name="p0x5" fmla="*/ 5585 w 5585"/>
              <a:gd name="p0y5" fmla="*/ 5505 h 5655"/>
              <a:gd name="p0x6" fmla="*/ 5585 w 5585"/>
              <a:gd name="p0y6" fmla="*/ 5587 h 5655"/>
              <a:gd name="p0x7" fmla="*/ 5517 w 5585"/>
              <a:gd name="p0y7" fmla="*/ 5655 h 5655"/>
              <a:gd name="p0x8" fmla="*/ 5435 w 5585"/>
              <a:gd name="p0y8" fmla="*/ 5655 h 5655"/>
              <a:gd name="p0x9" fmla="*/ 150 w 5585"/>
              <a:gd name="p0y9" fmla="*/ 5655 h 5655"/>
              <a:gd name="p0x10" fmla="*/ 67 w 5585"/>
              <a:gd name="p0y10" fmla="*/ 5655 h 5655"/>
              <a:gd name="p0x11" fmla="*/ 0 w 5585"/>
              <a:gd name="p0y11" fmla="*/ 5587 h 5655"/>
              <a:gd name="p0x12" fmla="*/ 0 w 5585"/>
              <a:gd name="p0y12" fmla="*/ 5505 h 5655"/>
              <a:gd name="p0x13" fmla="*/ 0 w 5585"/>
              <a:gd name="p0y13" fmla="*/ 150 h 5655"/>
              <a:gd name="p0x14" fmla="*/ 0 w 5585"/>
              <a:gd name="p0y14" fmla="*/ 67 h 5655"/>
              <a:gd name="p0x15" fmla="*/ 67 w 5585"/>
              <a:gd name="p0y15" fmla="*/ 0 h 5655"/>
              <a:gd name="p0x16" fmla="*/ 150 w 5585"/>
              <a:gd name="p0y16" fmla="*/ 0 h 565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9F9"/>
          </a:solidFill>
          <a:ln w="9525" cmpd="sng">
            <a:solidFill>
              <a:srgbClr val="E8DDD9"/>
            </a:solidFill>
            <a:prstDash val="solid"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>
            <p:custDataLst>
              <p:tags r:id="rId54"/>
            </p:custDataLst>
          </p:nvPr>
        </p:nvSpPr>
        <p:spPr>
          <a:xfrm>
            <a:off x="8264525" y="30765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3" name="图片 42"/>
          <p:cNvPicPr>
            <a:picLocks noChangeAspect="1"/>
          </p:cNvPicPr>
          <p:nvPr>
            <p:custDataLst>
              <p:tags r:id="rId55"/>
            </p:custDataLst>
          </p:nvPr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rcRect l="-6522" t="-3067" r="-6522" b="-3067"/>
          <a:stretch>
            <a:fillRect/>
          </a:stretch>
        </p:blipFill>
        <p:spPr>
          <a:xfrm>
            <a:off x="8350250" y="3157220"/>
            <a:ext cx="247650" cy="252730"/>
          </a:xfrm>
          <a:prstGeom prst="rect">
            <a:avLst/>
          </a:prstGeom>
        </p:spPr>
      </p:pic>
      <p:sp>
        <p:nvSpPr>
          <p:cNvPr id="44" name="文本框 43"/>
          <p:cNvSpPr txBox="1"/>
          <p:nvPr>
            <p:custDataLst>
              <p:tags r:id="rId58"/>
            </p:custDataLst>
          </p:nvPr>
        </p:nvSpPr>
        <p:spPr>
          <a:xfrm>
            <a:off x="8797976" y="3103245"/>
            <a:ext cx="8001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100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安全</a:t>
            </a:r>
            <a:endParaRPr sz="2100"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任意多边形 44"/>
          <p:cNvSpPr/>
          <p:nvPr>
            <p:custDataLst>
              <p:tags r:id="rId59"/>
            </p:custDataLst>
          </p:nvPr>
        </p:nvSpPr>
        <p:spPr>
          <a:xfrm>
            <a:off x="8264525" y="446722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6" name="图片 45"/>
          <p:cNvPicPr>
            <a:picLocks noChangeAspect="1"/>
          </p:cNvPicPr>
          <p:nvPr>
            <p:custDataLst>
              <p:tags r:id="rId60"/>
            </p:custDataLst>
          </p:nvPr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rcRect/>
          <a:stretch>
            <a:fillRect/>
          </a:stretch>
        </p:blipFill>
        <p:spPr>
          <a:xfrm>
            <a:off x="8302625" y="4524375"/>
            <a:ext cx="190500" cy="152400"/>
          </a:xfrm>
          <a:prstGeom prst="rect">
            <a:avLst/>
          </a:prstGeom>
        </p:spPr>
      </p:pic>
      <p:sp>
        <p:nvSpPr>
          <p:cNvPr id="47" name="文本框 46"/>
          <p:cNvSpPr txBox="1"/>
          <p:nvPr>
            <p:custDataLst>
              <p:tags r:id="rId63"/>
            </p:custDataLst>
          </p:nvPr>
        </p:nvSpPr>
        <p:spPr>
          <a:xfrm>
            <a:off x="8607476" y="4281488"/>
            <a:ext cx="28130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辅助</a:t>
            </a:r>
            <a:r>
              <a:rPr lang="en-US" altLang="zh-CN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OWASP </a:t>
            </a:r>
            <a:r>
              <a:rPr lang="zh-CN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审查，前后端合计修复</a:t>
            </a:r>
            <a:r>
              <a:rPr lang="en-US" altLang="zh-CN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6 </a:t>
            </a:r>
            <a:r>
              <a:rPr lang="zh-CN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处漏洞</a:t>
            </a:r>
            <a:endParaRPr lang="zh-CN" altLang="en-US" sz="150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任意多边形 47"/>
          <p:cNvSpPr/>
          <p:nvPr>
            <p:custDataLst>
              <p:tags r:id="rId64"/>
            </p:custDataLst>
          </p:nvPr>
        </p:nvSpPr>
        <p:spPr>
          <a:xfrm>
            <a:off x="8264525" y="519112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9" name="图片 48"/>
          <p:cNvPicPr>
            <a:picLocks noChangeAspect="1"/>
          </p:cNvPicPr>
          <p:nvPr>
            <p:custDataLst>
              <p:tags r:id="rId65"/>
            </p:custDataLst>
          </p:nvPr>
        </p:nvPicPr>
        <p:blipFill>
          <a:blip r:embed="rId66"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rcRect/>
          <a:stretch>
            <a:fillRect/>
          </a:stretch>
        </p:blipFill>
        <p:spPr>
          <a:xfrm>
            <a:off x="8321675" y="5248275"/>
            <a:ext cx="152400" cy="152400"/>
          </a:xfrm>
          <a:prstGeom prst="rect">
            <a:avLst/>
          </a:prstGeom>
        </p:spPr>
      </p:pic>
      <p:sp>
        <p:nvSpPr>
          <p:cNvPr id="50" name="文本框 49"/>
          <p:cNvSpPr txBox="1"/>
          <p:nvPr>
            <p:custDataLst>
              <p:tags r:id="rId68"/>
            </p:custDataLst>
          </p:nvPr>
        </p:nvSpPr>
        <p:spPr>
          <a:xfrm>
            <a:off x="8607476" y="5005388"/>
            <a:ext cx="28130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Gitleaks </a:t>
            </a:r>
            <a:r>
              <a:rPr lang="zh-CN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密钥扫描</a:t>
            </a:r>
            <a:r>
              <a:rPr lang="en-US" altLang="zh-CN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npm audit </a:t>
            </a:r>
            <a:r>
              <a:rPr lang="zh-CN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依赖漏洞扫描（全员参与）</a:t>
            </a:r>
            <a:endParaRPr lang="zh-CN" altLang="en-US" sz="150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0841" y="819191"/>
            <a:ext cx="4338254" cy="15838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工程质量</a:t>
            </a:r>
            <a:endParaRPr sz="3000"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607873" y="1181310"/>
            <a:ext cx="1822171" cy="83629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lang="en-US" sz="5400" b="1" dirty="0">
                <a:solidFill>
                  <a:srgbClr val="E2AB9E"/>
                </a:solidFill>
                <a:latin typeface="微软雅黑" panose="020B0503020204020204" charset="-122"/>
                <a:ea typeface="微软雅黑" panose="020B0503020204020204" charset="-122"/>
              </a:rPr>
              <a:t>63</a:t>
            </a:r>
            <a:r>
              <a:rPr sz="2400" b="1" dirty="0">
                <a:solidFill>
                  <a:srgbClr val="E2AB9E"/>
                </a:solidFill>
                <a:latin typeface="微软雅黑" panose="020B0503020204020204" charset="-122"/>
                <a:ea typeface="微软雅黑" panose="020B0503020204020204" charset="-122"/>
              </a:rPr>
              <a:t>%</a:t>
            </a:r>
            <a:endParaRPr sz="2400" b="1" dirty="0">
              <a:solidFill>
                <a:srgbClr val="E2AB9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575945" y="2015652"/>
            <a:ext cx="13716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</a:rPr>
              <a:t>后端测试覆盖率</a:t>
            </a:r>
            <a:endParaRPr sz="135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794461" y="2282260"/>
            <a:ext cx="762635" cy="252095"/>
          </a:xfrm>
          <a:custGeom>
            <a:avLst/>
            <a:gdLst>
              <a:gd name="sw" fmla="*/ 1 w 1200"/>
              <a:gd name="sh" fmla="*/ 1 h 397"/>
              <a:gd name="mins" fmla="min sw sh"/>
              <a:gd name="dsw" fmla="+- 0 sw mins"/>
              <a:gd name="dsh" fmla="+- 0 sh mins"/>
              <a:gd name="p0x0" fmla="*/ 198 w 1200"/>
              <a:gd name="p0y0" fmla="*/ 0 h 397"/>
              <a:gd name="p0x1" fmla="*/ 1001 w 1200"/>
              <a:gd name="p0y1" fmla="*/ 0 h 397"/>
              <a:gd name="p0x2" fmla="*/ 1111 w 1200"/>
              <a:gd name="p0y2" fmla="*/ 0 h 397"/>
              <a:gd name="p0x3" fmla="*/ 1200 w 1200"/>
              <a:gd name="p0y3" fmla="*/ 88 h 397"/>
              <a:gd name="p0x4" fmla="*/ 1200 w 1200"/>
              <a:gd name="p0y4" fmla="*/ 198 h 397"/>
              <a:gd name="p0x5" fmla="*/ 1200 w 1200"/>
              <a:gd name="p0y5" fmla="*/ 308 h 397"/>
              <a:gd name="p0x6" fmla="*/ 1111 w 1200"/>
              <a:gd name="p0y6" fmla="*/ 397 h 397"/>
              <a:gd name="p0x7" fmla="*/ 1001 w 1200"/>
              <a:gd name="p0y7" fmla="*/ 397 h 397"/>
              <a:gd name="p0x8" fmla="*/ 198 w 1200"/>
              <a:gd name="p0y8" fmla="*/ 397 h 397"/>
              <a:gd name="p0x9" fmla="*/ 88 w 1200"/>
              <a:gd name="p0y9" fmla="*/ 397 h 397"/>
              <a:gd name="p0x10" fmla="*/ 0 w 1200"/>
              <a:gd name="p0y10" fmla="*/ 308 h 397"/>
              <a:gd name="p0x11" fmla="*/ 0 w 1200"/>
              <a:gd name="p0y11" fmla="*/ 198 h 397"/>
              <a:gd name="p0x12" fmla="*/ 0 w 1200"/>
              <a:gd name="p0y12" fmla="*/ 88 h 397"/>
              <a:gd name="p0x13" fmla="*/ 88 w 1200"/>
              <a:gd name="p0y13" fmla="*/ 0 h 397"/>
              <a:gd name="p0x14" fmla="*/ 198 w 1200"/>
              <a:gd name="p0y14" fmla="*/ 0 h 397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871144" y="2320452"/>
            <a:ext cx="743169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50" b="1">
                <a:solidFill>
                  <a:srgbClr val="7A4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 </a:t>
            </a:r>
            <a:r>
              <a:rPr lang="zh-CN" sz="1050" b="1">
                <a:solidFill>
                  <a:srgbClr val="7A4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个用例</a:t>
            </a:r>
            <a:endParaRPr lang="zh-CN" sz="1050" b="1">
              <a:solidFill>
                <a:srgbClr val="7A483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2567196" y="1181310"/>
            <a:ext cx="1822171" cy="83629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5400" b="1" dirty="0">
                <a:solidFill>
                  <a:srgbClr val="E2AB9E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lang="en-US" sz="5400" b="1" dirty="0">
                <a:solidFill>
                  <a:srgbClr val="E2AB9E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r>
              <a:rPr sz="2400" b="1" dirty="0">
                <a:solidFill>
                  <a:srgbClr val="E2AB9E"/>
                </a:solidFill>
                <a:latin typeface="微软雅黑" panose="020B0503020204020204" charset="-122"/>
                <a:ea typeface="微软雅黑" panose="020B0503020204020204" charset="-122"/>
              </a:rPr>
              <a:t>%</a:t>
            </a:r>
            <a:endParaRPr sz="2400" b="1" dirty="0">
              <a:solidFill>
                <a:srgbClr val="E2AB9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2535268" y="2015652"/>
            <a:ext cx="13716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</a:rPr>
              <a:t>前端测试覆盖率</a:t>
            </a:r>
            <a:endParaRPr sz="135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8"/>
            </p:custDataLst>
          </p:nvPr>
        </p:nvSpPr>
        <p:spPr>
          <a:xfrm>
            <a:off x="2753784" y="2282260"/>
            <a:ext cx="762635" cy="252095"/>
          </a:xfrm>
          <a:custGeom>
            <a:avLst/>
            <a:gdLst>
              <a:gd name="sw" fmla="*/ 1 w 1200"/>
              <a:gd name="sh" fmla="*/ 1 h 397"/>
              <a:gd name="mins" fmla="min sw sh"/>
              <a:gd name="dsw" fmla="+- 0 sw mins"/>
              <a:gd name="dsh" fmla="+- 0 sh mins"/>
              <a:gd name="p0x0" fmla="*/ 198 w 1200"/>
              <a:gd name="p0y0" fmla="*/ 0 h 397"/>
              <a:gd name="p0x1" fmla="*/ 1001 w 1200"/>
              <a:gd name="p0y1" fmla="*/ 0 h 397"/>
              <a:gd name="p0x2" fmla="*/ 1111 w 1200"/>
              <a:gd name="p0y2" fmla="*/ 0 h 397"/>
              <a:gd name="p0x3" fmla="*/ 1200 w 1200"/>
              <a:gd name="p0y3" fmla="*/ 88 h 397"/>
              <a:gd name="p0x4" fmla="*/ 1200 w 1200"/>
              <a:gd name="p0y4" fmla="*/ 198 h 397"/>
              <a:gd name="p0x5" fmla="*/ 1200 w 1200"/>
              <a:gd name="p0y5" fmla="*/ 308 h 397"/>
              <a:gd name="p0x6" fmla="*/ 1111 w 1200"/>
              <a:gd name="p0y6" fmla="*/ 397 h 397"/>
              <a:gd name="p0x7" fmla="*/ 1001 w 1200"/>
              <a:gd name="p0y7" fmla="*/ 397 h 397"/>
              <a:gd name="p0x8" fmla="*/ 198 w 1200"/>
              <a:gd name="p0y8" fmla="*/ 397 h 397"/>
              <a:gd name="p0x9" fmla="*/ 88 w 1200"/>
              <a:gd name="p0y9" fmla="*/ 397 h 397"/>
              <a:gd name="p0x10" fmla="*/ 0 w 1200"/>
              <a:gd name="p0y10" fmla="*/ 308 h 397"/>
              <a:gd name="p0x11" fmla="*/ 0 w 1200"/>
              <a:gd name="p0y11" fmla="*/ 198 h 397"/>
              <a:gd name="p0x12" fmla="*/ 0 w 1200"/>
              <a:gd name="p0y12" fmla="*/ 88 h 397"/>
              <a:gd name="p0x13" fmla="*/ 88 w 1200"/>
              <a:gd name="p0y13" fmla="*/ 0 h 397"/>
              <a:gd name="p0x14" fmla="*/ 198 w 1200"/>
              <a:gd name="p0y14" fmla="*/ 0 h 397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2830467" y="2320452"/>
            <a:ext cx="743169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50" b="1">
                <a:solidFill>
                  <a:srgbClr val="7A4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45 </a:t>
            </a:r>
            <a:r>
              <a:rPr lang="zh-CN" sz="1050" b="1">
                <a:solidFill>
                  <a:srgbClr val="7A4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个用例</a:t>
            </a:r>
            <a:endParaRPr lang="zh-CN" sz="1050" b="1">
              <a:solidFill>
                <a:srgbClr val="7A483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5350944" y="1153477"/>
            <a:ext cx="1113758" cy="83629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lang="en-US" sz="5400" b="1" dirty="0">
                <a:solidFill>
                  <a:srgbClr val="E2AB9E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sz="5400" b="1" dirty="0">
              <a:solidFill>
                <a:srgbClr val="E2AB9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5050535" y="1987819"/>
            <a:ext cx="12002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</a:rPr>
              <a:t>修复安全漏洞</a:t>
            </a:r>
            <a:endParaRPr sz="135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2"/>
            </p:custDataLst>
          </p:nvPr>
        </p:nvSpPr>
        <p:spPr>
          <a:xfrm>
            <a:off x="5136336" y="2254427"/>
            <a:ext cx="856615" cy="252095"/>
          </a:xfrm>
          <a:custGeom>
            <a:avLst/>
            <a:gdLst>
              <a:gd name="sw" fmla="*/ 1 w 1349"/>
              <a:gd name="sh" fmla="*/ 1 h 397"/>
              <a:gd name="mins" fmla="min sw sh"/>
              <a:gd name="dsw" fmla="+- 0 sw mins"/>
              <a:gd name="dsh" fmla="+- 0 sh mins"/>
              <a:gd name="p0x0" fmla="*/ 198 w 1349"/>
              <a:gd name="p0y0" fmla="*/ 0 h 397"/>
              <a:gd name="p0x1" fmla="*/ 1150 w 1349"/>
              <a:gd name="p0y1" fmla="*/ 0 h 397"/>
              <a:gd name="p0x2" fmla="*/ 1260 w 1349"/>
              <a:gd name="p0y2" fmla="*/ 0 h 397"/>
              <a:gd name="p0x3" fmla="*/ 1349 w 1349"/>
              <a:gd name="p0y3" fmla="*/ 88 h 397"/>
              <a:gd name="p0x4" fmla="*/ 1349 w 1349"/>
              <a:gd name="p0y4" fmla="*/ 198 h 397"/>
              <a:gd name="p0x5" fmla="*/ 1349 w 1349"/>
              <a:gd name="p0y5" fmla="*/ 308 h 397"/>
              <a:gd name="p0x6" fmla="*/ 1260 w 1349"/>
              <a:gd name="p0y6" fmla="*/ 397 h 397"/>
              <a:gd name="p0x7" fmla="*/ 1150 w 1349"/>
              <a:gd name="p0y7" fmla="*/ 397 h 397"/>
              <a:gd name="p0x8" fmla="*/ 198 w 1349"/>
              <a:gd name="p0y8" fmla="*/ 397 h 397"/>
              <a:gd name="p0x9" fmla="*/ 88 w 1349"/>
              <a:gd name="p0y9" fmla="*/ 397 h 397"/>
              <a:gd name="p0x10" fmla="*/ 0 w 1349"/>
              <a:gd name="p0y10" fmla="*/ 308 h 397"/>
              <a:gd name="p0x11" fmla="*/ 0 w 1349"/>
              <a:gd name="p0y11" fmla="*/ 198 h 397"/>
              <a:gd name="p0x12" fmla="*/ 0 w 1349"/>
              <a:gd name="p0y12" fmla="*/ 88 h 397"/>
              <a:gd name="p0x13" fmla="*/ 88 w 1349"/>
              <a:gd name="p0y13" fmla="*/ 0 h 397"/>
              <a:gd name="p0x14" fmla="*/ 198 w 1349"/>
              <a:gd name="p0y14" fmla="*/ 0 h 397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E4F6E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5212612" y="2292619"/>
            <a:ext cx="837905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50" b="1">
                <a:solidFill>
                  <a:srgbClr val="1F5F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sz="1050" b="1">
                <a:solidFill>
                  <a:srgbClr val="1F5F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辅助审查</a:t>
            </a:r>
            <a:endParaRPr lang="zh-CN" sz="1050" b="1">
              <a:solidFill>
                <a:srgbClr val="1F5F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4"/>
            </p:custDataLst>
          </p:nvPr>
        </p:nvSpPr>
        <p:spPr>
          <a:xfrm>
            <a:off x="575945" y="2880995"/>
            <a:ext cx="3546475" cy="3590925"/>
          </a:xfrm>
          <a:custGeom>
            <a:avLst/>
            <a:gdLst>
              <a:gd name="sw" fmla="*/ 1 w 5585"/>
              <a:gd name="sh" fmla="*/ 1 h 5655"/>
              <a:gd name="mins" fmla="min sw sh"/>
              <a:gd name="dsw" fmla="+- 0 sw mins"/>
              <a:gd name="dsh" fmla="+- 0 sh mins"/>
              <a:gd name="p0x0" fmla="*/ 150 w 5585"/>
              <a:gd name="p0y0" fmla="*/ 0 h 5655"/>
              <a:gd name="p0x1" fmla="*/ 5435 w 5585"/>
              <a:gd name="p0y1" fmla="*/ 0 h 5655"/>
              <a:gd name="p0x2" fmla="*/ 5517 w 5585"/>
              <a:gd name="p0y2" fmla="*/ 0 h 5655"/>
              <a:gd name="p0x3" fmla="*/ 5585 w 5585"/>
              <a:gd name="p0y3" fmla="*/ 67 h 5655"/>
              <a:gd name="p0x4" fmla="*/ 5585 w 5585"/>
              <a:gd name="p0y4" fmla="*/ 150 h 5655"/>
              <a:gd name="p0x5" fmla="*/ 5585 w 5585"/>
              <a:gd name="p0y5" fmla="*/ 5505 h 5655"/>
              <a:gd name="p0x6" fmla="*/ 5585 w 5585"/>
              <a:gd name="p0y6" fmla="*/ 5587 h 5655"/>
              <a:gd name="p0x7" fmla="*/ 5517 w 5585"/>
              <a:gd name="p0y7" fmla="*/ 5655 h 5655"/>
              <a:gd name="p0x8" fmla="*/ 5435 w 5585"/>
              <a:gd name="p0y8" fmla="*/ 5655 h 5655"/>
              <a:gd name="p0x9" fmla="*/ 150 w 5585"/>
              <a:gd name="p0y9" fmla="*/ 5655 h 5655"/>
              <a:gd name="p0x10" fmla="*/ 67 w 5585"/>
              <a:gd name="p0y10" fmla="*/ 5655 h 5655"/>
              <a:gd name="p0x11" fmla="*/ 0 w 5585"/>
              <a:gd name="p0y11" fmla="*/ 5587 h 5655"/>
              <a:gd name="p0x12" fmla="*/ 0 w 5585"/>
              <a:gd name="p0y12" fmla="*/ 5505 h 5655"/>
              <a:gd name="p0x13" fmla="*/ 0 w 5585"/>
              <a:gd name="p0y13" fmla="*/ 150 h 5655"/>
              <a:gd name="p0x14" fmla="*/ 0 w 5585"/>
              <a:gd name="p0y14" fmla="*/ 67 h 5655"/>
              <a:gd name="p0x15" fmla="*/ 67 w 5585"/>
              <a:gd name="p0y15" fmla="*/ 0 h 5655"/>
              <a:gd name="p0x16" fmla="*/ 150 w 5585"/>
              <a:gd name="p0y16" fmla="*/ 0 h 565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9F9"/>
          </a:solidFill>
          <a:ln w="9525" cmpd="sng">
            <a:solidFill>
              <a:srgbClr val="E8DDD9"/>
            </a:solidFill>
            <a:prstDash val="solid"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15"/>
            </p:custDataLst>
          </p:nvPr>
        </p:nvSpPr>
        <p:spPr>
          <a:xfrm>
            <a:off x="771525" y="30765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857250" y="3157220"/>
            <a:ext cx="247650" cy="252730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19"/>
            </p:custDataLst>
          </p:nvPr>
        </p:nvSpPr>
        <p:spPr>
          <a:xfrm>
            <a:off x="1304925" y="3103245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100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测试覆盖</a:t>
            </a:r>
            <a:endParaRPr sz="2100"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20"/>
            </p:custDataLst>
          </p:nvPr>
        </p:nvSpPr>
        <p:spPr>
          <a:xfrm>
            <a:off x="771525" y="377761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 t="-7143" b="-7143"/>
          <a:stretch>
            <a:fillRect/>
          </a:stretch>
        </p:blipFill>
        <p:spPr>
          <a:xfrm>
            <a:off x="838200" y="3834765"/>
            <a:ext cx="133350" cy="1524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4"/>
            </p:custDataLst>
          </p:nvPr>
        </p:nvSpPr>
        <p:spPr>
          <a:xfrm>
            <a:off x="1114425" y="3784845"/>
            <a:ext cx="571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后端</a:t>
            </a:r>
            <a:endParaRPr sz="1500"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5"/>
            </p:custDataLst>
          </p:nvPr>
        </p:nvSpPr>
        <p:spPr>
          <a:xfrm>
            <a:off x="1114425" y="4067261"/>
            <a:ext cx="2813075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en-US" altLang="en-US" sz="1350" dirty="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 </a:t>
            </a:r>
            <a:r>
              <a:rPr lang="zh-CN" altLang="en-US" sz="1350" dirty="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个用例（</a:t>
            </a:r>
            <a:r>
              <a:rPr lang="en-US" altLang="zh-CN" sz="1350" dirty="0" err="1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UserService</a:t>
            </a:r>
            <a:r>
              <a:rPr lang="en-US" altLang="zh-CN" sz="1350" dirty="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en-US" altLang="zh-CN" sz="1350" dirty="0" err="1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TaskService</a:t>
            </a:r>
            <a:r>
              <a:rPr lang="en-US" altLang="zh-CN" sz="1350" dirty="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Controller </a:t>
            </a:r>
            <a:r>
              <a:rPr lang="zh-CN" altLang="en-US" sz="1350" dirty="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全覆盖），覆盖率</a:t>
            </a:r>
            <a:r>
              <a:rPr lang="en-US" altLang="zh-CN" sz="1350" dirty="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63%</a:t>
            </a:r>
            <a:endParaRPr lang="en-US" altLang="zh-CN" sz="1350" dirty="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26"/>
            </p:custDataLst>
          </p:nvPr>
        </p:nvSpPr>
        <p:spPr>
          <a:xfrm>
            <a:off x="771525" y="501967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 t="-3333" b="-3333"/>
          <a:stretch>
            <a:fillRect/>
          </a:stretch>
        </p:blipFill>
        <p:spPr>
          <a:xfrm>
            <a:off x="828675" y="5076825"/>
            <a:ext cx="152400" cy="152400"/>
          </a:xfrm>
          <a:prstGeom prst="rect">
            <a:avLst/>
          </a:prstGeom>
        </p:spPr>
      </p:pic>
      <p:sp>
        <p:nvSpPr>
          <p:cNvPr id="26" name="文本框 25"/>
          <p:cNvSpPr txBox="1"/>
          <p:nvPr>
            <p:custDataLst>
              <p:tags r:id="rId30"/>
            </p:custDataLst>
          </p:nvPr>
        </p:nvSpPr>
        <p:spPr>
          <a:xfrm>
            <a:off x="1114425" y="5026819"/>
            <a:ext cx="571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前端</a:t>
            </a:r>
            <a:endParaRPr sz="1500"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31"/>
            </p:custDataLst>
          </p:nvPr>
        </p:nvSpPr>
        <p:spPr>
          <a:xfrm>
            <a:off x="1114425" y="5309235"/>
            <a:ext cx="2813075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en-US" altLang="en-US" sz="1350" dirty="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45 </a:t>
            </a:r>
            <a:r>
              <a:rPr lang="zh-CN" altLang="en-US" sz="1350" dirty="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个用例（</a:t>
            </a:r>
            <a:r>
              <a:rPr lang="en-US" altLang="zh-CN" sz="1350" dirty="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Login 100% · Register 99.4% · Home 100%</a:t>
            </a:r>
            <a:r>
              <a:rPr lang="zh-CN" altLang="en-US" sz="1350" dirty="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），覆盖率</a:t>
            </a:r>
            <a:r>
              <a:rPr lang="en-US" altLang="zh-CN" sz="1350" dirty="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87%</a:t>
            </a:r>
            <a:endParaRPr lang="en-US" altLang="zh-CN" sz="1350" dirty="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32"/>
            </p:custDataLst>
          </p:nvPr>
        </p:nvSpPr>
        <p:spPr>
          <a:xfrm>
            <a:off x="4322445" y="2880995"/>
            <a:ext cx="3546475" cy="3590925"/>
          </a:xfrm>
          <a:custGeom>
            <a:avLst/>
            <a:gdLst>
              <a:gd name="sw" fmla="*/ 1 w 5585"/>
              <a:gd name="sh" fmla="*/ 1 h 5655"/>
              <a:gd name="mins" fmla="min sw sh"/>
              <a:gd name="dsw" fmla="+- 0 sw mins"/>
              <a:gd name="dsh" fmla="+- 0 sh mins"/>
              <a:gd name="p0x0" fmla="*/ 150 w 5585"/>
              <a:gd name="p0y0" fmla="*/ 0 h 5655"/>
              <a:gd name="p0x1" fmla="*/ 5435 w 5585"/>
              <a:gd name="p0y1" fmla="*/ 0 h 5655"/>
              <a:gd name="p0x2" fmla="*/ 5517 w 5585"/>
              <a:gd name="p0y2" fmla="*/ 0 h 5655"/>
              <a:gd name="p0x3" fmla="*/ 5585 w 5585"/>
              <a:gd name="p0y3" fmla="*/ 67 h 5655"/>
              <a:gd name="p0x4" fmla="*/ 5585 w 5585"/>
              <a:gd name="p0y4" fmla="*/ 150 h 5655"/>
              <a:gd name="p0x5" fmla="*/ 5585 w 5585"/>
              <a:gd name="p0y5" fmla="*/ 5505 h 5655"/>
              <a:gd name="p0x6" fmla="*/ 5585 w 5585"/>
              <a:gd name="p0y6" fmla="*/ 5587 h 5655"/>
              <a:gd name="p0x7" fmla="*/ 5517 w 5585"/>
              <a:gd name="p0y7" fmla="*/ 5655 h 5655"/>
              <a:gd name="p0x8" fmla="*/ 5435 w 5585"/>
              <a:gd name="p0y8" fmla="*/ 5655 h 5655"/>
              <a:gd name="p0x9" fmla="*/ 150 w 5585"/>
              <a:gd name="p0y9" fmla="*/ 5655 h 5655"/>
              <a:gd name="p0x10" fmla="*/ 67 w 5585"/>
              <a:gd name="p0y10" fmla="*/ 5655 h 5655"/>
              <a:gd name="p0x11" fmla="*/ 0 w 5585"/>
              <a:gd name="p0y11" fmla="*/ 5587 h 5655"/>
              <a:gd name="p0x12" fmla="*/ 0 w 5585"/>
              <a:gd name="p0y12" fmla="*/ 5505 h 5655"/>
              <a:gd name="p0x13" fmla="*/ 0 w 5585"/>
              <a:gd name="p0y13" fmla="*/ 150 h 5655"/>
              <a:gd name="p0x14" fmla="*/ 0 w 5585"/>
              <a:gd name="p0y14" fmla="*/ 67 h 5655"/>
              <a:gd name="p0x15" fmla="*/ 67 w 5585"/>
              <a:gd name="p0y15" fmla="*/ 0 h 5655"/>
              <a:gd name="p0x16" fmla="*/ 150 w 5585"/>
              <a:gd name="p0y16" fmla="*/ 0 h 565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9F9"/>
          </a:solidFill>
          <a:ln w="9525" cmpd="sng">
            <a:solidFill>
              <a:srgbClr val="E8DDD9"/>
            </a:solidFill>
            <a:prstDash val="solid"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任意多边形 28"/>
          <p:cNvSpPr/>
          <p:nvPr>
            <p:custDataLst>
              <p:tags r:id="rId33"/>
            </p:custDataLst>
          </p:nvPr>
        </p:nvSpPr>
        <p:spPr>
          <a:xfrm>
            <a:off x="4518025" y="30765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 l="-4167" t="-5278" r="-4167" b="-5278"/>
          <a:stretch>
            <a:fillRect/>
          </a:stretch>
        </p:blipFill>
        <p:spPr>
          <a:xfrm>
            <a:off x="4603750" y="3157220"/>
            <a:ext cx="247650" cy="252730"/>
          </a:xfrm>
          <a:prstGeom prst="rect">
            <a:avLst/>
          </a:prstGeom>
        </p:spPr>
      </p:pic>
      <p:sp>
        <p:nvSpPr>
          <p:cNvPr id="31" name="文本框 30"/>
          <p:cNvSpPr txBox="1"/>
          <p:nvPr>
            <p:custDataLst>
              <p:tags r:id="rId37"/>
            </p:custDataLst>
          </p:nvPr>
        </p:nvSpPr>
        <p:spPr>
          <a:xfrm>
            <a:off x="5051451" y="3103245"/>
            <a:ext cx="215949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en-US" sz="2100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CI/CD + </a:t>
            </a:r>
            <a:r>
              <a:rPr lang="zh-CN" sz="2100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容器化</a:t>
            </a:r>
            <a:endParaRPr lang="zh-CN" sz="2100"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38"/>
            </p:custDataLst>
          </p:nvPr>
        </p:nvSpPr>
        <p:spPr>
          <a:xfrm>
            <a:off x="4518025" y="395287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/>
          <a:stretch>
            <a:fillRect/>
          </a:stretch>
        </p:blipFill>
        <p:spPr>
          <a:xfrm>
            <a:off x="4584700" y="4010025"/>
            <a:ext cx="133350" cy="152400"/>
          </a:xfrm>
          <a:prstGeom prst="rect">
            <a:avLst/>
          </a:prstGeom>
        </p:spPr>
      </p:pic>
      <p:sp>
        <p:nvSpPr>
          <p:cNvPr id="34" name="文本框 33"/>
          <p:cNvSpPr txBox="1"/>
          <p:nvPr>
            <p:custDataLst>
              <p:tags r:id="rId42"/>
            </p:custDataLst>
          </p:nvPr>
        </p:nvSpPr>
        <p:spPr>
          <a:xfrm>
            <a:off x="4860951" y="3767138"/>
            <a:ext cx="28130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GitHub Actions</a:t>
            </a:r>
            <a:r>
              <a:rPr lang="zh-CN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backend job + frontend job </a:t>
            </a:r>
            <a:r>
              <a:rPr lang="zh-CN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并行运行</a:t>
            </a:r>
            <a:endParaRPr lang="zh-CN" altLang="en-US" sz="150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任意多边形 34"/>
          <p:cNvSpPr/>
          <p:nvPr>
            <p:custDataLst>
              <p:tags r:id="rId43"/>
            </p:custDataLst>
          </p:nvPr>
        </p:nvSpPr>
        <p:spPr>
          <a:xfrm>
            <a:off x="4518025" y="482917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6" name="图片 35"/>
          <p:cNvPicPr>
            <a:picLocks noChangeAspect="1"/>
          </p:cNvPicPr>
          <p:nvPr>
            <p:custDataLst>
              <p:tags r:id="rId44"/>
            </p:custDataLst>
          </p:nvPr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 l="-5556" r="-5556"/>
          <a:stretch>
            <a:fillRect/>
          </a:stretch>
        </p:blipFill>
        <p:spPr>
          <a:xfrm>
            <a:off x="4556125" y="4886325"/>
            <a:ext cx="190500" cy="152400"/>
          </a:xfrm>
          <a:prstGeom prst="rect">
            <a:avLst/>
          </a:prstGeom>
        </p:spPr>
      </p:pic>
      <p:sp>
        <p:nvSpPr>
          <p:cNvPr id="37" name="文本框 36"/>
          <p:cNvSpPr txBox="1"/>
          <p:nvPr>
            <p:custDataLst>
              <p:tags r:id="rId47"/>
            </p:custDataLst>
          </p:nvPr>
        </p:nvSpPr>
        <p:spPr>
          <a:xfrm>
            <a:off x="4860951" y="4491038"/>
            <a:ext cx="2813075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</a:t>
            </a:r>
            <a:r>
              <a:rPr lang="en-US" altLang="zh-CN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Dockerfile</a:t>
            </a:r>
            <a:r>
              <a:rPr lang="zh-CN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node → nginx </a:t>
            </a:r>
            <a:r>
              <a:rPr lang="zh-CN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多阶段构建</a:t>
            </a:r>
            <a:r>
              <a:rPr lang="en-US" altLang="zh-CN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SPA fallback + API </a:t>
            </a:r>
            <a:r>
              <a:rPr lang="zh-CN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反代</a:t>
            </a:r>
            <a:endParaRPr lang="zh-CN" altLang="en-US" sz="150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48"/>
            </p:custDataLst>
          </p:nvPr>
        </p:nvSpPr>
        <p:spPr>
          <a:xfrm>
            <a:off x="4518025" y="570547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/>
          <p:cNvPicPr>
            <a:picLocks noChangeAspect="1"/>
          </p:cNvPicPr>
          <p:nvPr>
            <p:custDataLst>
              <p:tags r:id="rId49"/>
            </p:custDataLst>
          </p:nvPr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>
          <a:xfrm>
            <a:off x="4575175" y="5762625"/>
            <a:ext cx="152400" cy="152400"/>
          </a:xfrm>
          <a:prstGeom prst="rect">
            <a:avLst/>
          </a:prstGeom>
        </p:spPr>
      </p:pic>
      <p:sp>
        <p:nvSpPr>
          <p:cNvPr id="40" name="文本框 39"/>
          <p:cNvSpPr txBox="1"/>
          <p:nvPr>
            <p:custDataLst>
              <p:tags r:id="rId52"/>
            </p:custDataLst>
          </p:nvPr>
        </p:nvSpPr>
        <p:spPr>
          <a:xfrm>
            <a:off x="4860951" y="5519738"/>
            <a:ext cx="28130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</a:t>
            </a:r>
            <a:r>
              <a:rPr lang="en-US" altLang="zh-CN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生产两套</a:t>
            </a:r>
            <a:r>
              <a:rPr lang="en-US" altLang="zh-CN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Docker Compose</a:t>
            </a:r>
            <a:endParaRPr lang="en-US" altLang="zh-CN" sz="150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任意多边形 40"/>
          <p:cNvSpPr/>
          <p:nvPr>
            <p:custDataLst>
              <p:tags r:id="rId53"/>
            </p:custDataLst>
          </p:nvPr>
        </p:nvSpPr>
        <p:spPr>
          <a:xfrm>
            <a:off x="8068945" y="2880995"/>
            <a:ext cx="3546475" cy="3590925"/>
          </a:xfrm>
          <a:custGeom>
            <a:avLst/>
            <a:gdLst>
              <a:gd name="sw" fmla="*/ 1 w 5585"/>
              <a:gd name="sh" fmla="*/ 1 h 5655"/>
              <a:gd name="mins" fmla="min sw sh"/>
              <a:gd name="dsw" fmla="+- 0 sw mins"/>
              <a:gd name="dsh" fmla="+- 0 sh mins"/>
              <a:gd name="p0x0" fmla="*/ 150 w 5585"/>
              <a:gd name="p0y0" fmla="*/ 0 h 5655"/>
              <a:gd name="p0x1" fmla="*/ 5435 w 5585"/>
              <a:gd name="p0y1" fmla="*/ 0 h 5655"/>
              <a:gd name="p0x2" fmla="*/ 5517 w 5585"/>
              <a:gd name="p0y2" fmla="*/ 0 h 5655"/>
              <a:gd name="p0x3" fmla="*/ 5585 w 5585"/>
              <a:gd name="p0y3" fmla="*/ 67 h 5655"/>
              <a:gd name="p0x4" fmla="*/ 5585 w 5585"/>
              <a:gd name="p0y4" fmla="*/ 150 h 5655"/>
              <a:gd name="p0x5" fmla="*/ 5585 w 5585"/>
              <a:gd name="p0y5" fmla="*/ 5505 h 5655"/>
              <a:gd name="p0x6" fmla="*/ 5585 w 5585"/>
              <a:gd name="p0y6" fmla="*/ 5587 h 5655"/>
              <a:gd name="p0x7" fmla="*/ 5517 w 5585"/>
              <a:gd name="p0y7" fmla="*/ 5655 h 5655"/>
              <a:gd name="p0x8" fmla="*/ 5435 w 5585"/>
              <a:gd name="p0y8" fmla="*/ 5655 h 5655"/>
              <a:gd name="p0x9" fmla="*/ 150 w 5585"/>
              <a:gd name="p0y9" fmla="*/ 5655 h 5655"/>
              <a:gd name="p0x10" fmla="*/ 67 w 5585"/>
              <a:gd name="p0y10" fmla="*/ 5655 h 5655"/>
              <a:gd name="p0x11" fmla="*/ 0 w 5585"/>
              <a:gd name="p0y11" fmla="*/ 5587 h 5655"/>
              <a:gd name="p0x12" fmla="*/ 0 w 5585"/>
              <a:gd name="p0y12" fmla="*/ 5505 h 5655"/>
              <a:gd name="p0x13" fmla="*/ 0 w 5585"/>
              <a:gd name="p0y13" fmla="*/ 150 h 5655"/>
              <a:gd name="p0x14" fmla="*/ 0 w 5585"/>
              <a:gd name="p0y14" fmla="*/ 67 h 5655"/>
              <a:gd name="p0x15" fmla="*/ 67 w 5585"/>
              <a:gd name="p0y15" fmla="*/ 0 h 5655"/>
              <a:gd name="p0x16" fmla="*/ 150 w 5585"/>
              <a:gd name="p0y16" fmla="*/ 0 h 565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9F9"/>
          </a:solidFill>
          <a:ln w="9525" cmpd="sng">
            <a:solidFill>
              <a:srgbClr val="E8DDD9"/>
            </a:solidFill>
            <a:prstDash val="solid"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>
            <p:custDataLst>
              <p:tags r:id="rId54"/>
            </p:custDataLst>
          </p:nvPr>
        </p:nvSpPr>
        <p:spPr>
          <a:xfrm>
            <a:off x="8264525" y="30765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3" name="图片 42"/>
          <p:cNvPicPr>
            <a:picLocks noChangeAspect="1"/>
          </p:cNvPicPr>
          <p:nvPr>
            <p:custDataLst>
              <p:tags r:id="rId55"/>
            </p:custDataLst>
          </p:nvPr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rcRect l="-6522" t="-3067" r="-6522" b="-3067"/>
          <a:stretch>
            <a:fillRect/>
          </a:stretch>
        </p:blipFill>
        <p:spPr>
          <a:xfrm>
            <a:off x="8350250" y="3157220"/>
            <a:ext cx="247650" cy="252730"/>
          </a:xfrm>
          <a:prstGeom prst="rect">
            <a:avLst/>
          </a:prstGeom>
        </p:spPr>
      </p:pic>
      <p:sp>
        <p:nvSpPr>
          <p:cNvPr id="44" name="文本框 43"/>
          <p:cNvSpPr txBox="1"/>
          <p:nvPr>
            <p:custDataLst>
              <p:tags r:id="rId58"/>
            </p:custDataLst>
          </p:nvPr>
        </p:nvSpPr>
        <p:spPr>
          <a:xfrm>
            <a:off x="8797976" y="3103245"/>
            <a:ext cx="8001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100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安全</a:t>
            </a:r>
            <a:endParaRPr sz="2100"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任意多边形 44"/>
          <p:cNvSpPr/>
          <p:nvPr>
            <p:custDataLst>
              <p:tags r:id="rId59"/>
            </p:custDataLst>
          </p:nvPr>
        </p:nvSpPr>
        <p:spPr>
          <a:xfrm>
            <a:off x="8264525" y="446722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6" name="图片 45"/>
          <p:cNvPicPr>
            <a:picLocks noChangeAspect="1"/>
          </p:cNvPicPr>
          <p:nvPr>
            <p:custDataLst>
              <p:tags r:id="rId60"/>
            </p:custDataLst>
          </p:nvPr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rcRect/>
          <a:stretch>
            <a:fillRect/>
          </a:stretch>
        </p:blipFill>
        <p:spPr>
          <a:xfrm>
            <a:off x="8302625" y="4524375"/>
            <a:ext cx="190500" cy="152400"/>
          </a:xfrm>
          <a:prstGeom prst="rect">
            <a:avLst/>
          </a:prstGeom>
        </p:spPr>
      </p:pic>
      <p:sp>
        <p:nvSpPr>
          <p:cNvPr id="47" name="文本框 46"/>
          <p:cNvSpPr txBox="1"/>
          <p:nvPr>
            <p:custDataLst>
              <p:tags r:id="rId63"/>
            </p:custDataLst>
          </p:nvPr>
        </p:nvSpPr>
        <p:spPr>
          <a:xfrm>
            <a:off x="8607476" y="4281488"/>
            <a:ext cx="28130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辅助</a:t>
            </a:r>
            <a:r>
              <a:rPr lang="en-US" altLang="zh-CN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OWASP </a:t>
            </a:r>
            <a:r>
              <a:rPr lang="zh-CN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审查，前后端合计修复</a:t>
            </a:r>
            <a:r>
              <a:rPr lang="en-US" altLang="zh-CN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6 </a:t>
            </a:r>
            <a:r>
              <a:rPr lang="zh-CN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处漏洞</a:t>
            </a:r>
            <a:endParaRPr lang="zh-CN" altLang="en-US" sz="150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任意多边形 47"/>
          <p:cNvSpPr/>
          <p:nvPr>
            <p:custDataLst>
              <p:tags r:id="rId64"/>
            </p:custDataLst>
          </p:nvPr>
        </p:nvSpPr>
        <p:spPr>
          <a:xfrm>
            <a:off x="8264525" y="519112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9" name="图片 48"/>
          <p:cNvPicPr>
            <a:picLocks noChangeAspect="1"/>
          </p:cNvPicPr>
          <p:nvPr>
            <p:custDataLst>
              <p:tags r:id="rId65"/>
            </p:custDataLst>
          </p:nvPr>
        </p:nvPicPr>
        <p:blipFill>
          <a:blip r:embed="rId66"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rcRect/>
          <a:stretch>
            <a:fillRect/>
          </a:stretch>
        </p:blipFill>
        <p:spPr>
          <a:xfrm>
            <a:off x="8321675" y="5248275"/>
            <a:ext cx="152400" cy="152400"/>
          </a:xfrm>
          <a:prstGeom prst="rect">
            <a:avLst/>
          </a:prstGeom>
        </p:spPr>
      </p:pic>
      <p:sp>
        <p:nvSpPr>
          <p:cNvPr id="50" name="文本框 49"/>
          <p:cNvSpPr txBox="1"/>
          <p:nvPr>
            <p:custDataLst>
              <p:tags r:id="rId68"/>
            </p:custDataLst>
          </p:nvPr>
        </p:nvSpPr>
        <p:spPr>
          <a:xfrm>
            <a:off x="8607476" y="5005388"/>
            <a:ext cx="28130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Gitleaks </a:t>
            </a:r>
            <a:r>
              <a:rPr lang="zh-CN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密钥扫描</a:t>
            </a:r>
            <a:r>
              <a:rPr lang="en-US" altLang="zh-CN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npm audit </a:t>
            </a:r>
            <a:r>
              <a:rPr lang="zh-CN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依赖漏洞扫描（全员参与）</a:t>
            </a:r>
            <a:endParaRPr lang="zh-CN" altLang="en-US" sz="150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0841" y="819191"/>
            <a:ext cx="4338254" cy="1583807"/>
          </a:xfrm>
          <a:prstGeom prst="rect">
            <a:avLst/>
          </a:prstGeom>
        </p:spPr>
      </p:pic>
      <p:pic>
        <p:nvPicPr>
          <p:cNvPr id="51" name="图片 50"/>
          <p:cNvPicPr>
            <a:picLocks noChangeAspect="1"/>
          </p:cNvPicPr>
          <p:nvPr/>
        </p:nvPicPr>
        <p:blipFill>
          <a:blip r:embed="rId7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783" y="2306339"/>
            <a:ext cx="8068945" cy="34618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工程质量</a:t>
            </a:r>
            <a:endParaRPr sz="3000"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607873" y="1181310"/>
            <a:ext cx="1822171" cy="83629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lang="en-US" sz="5400" b="1" dirty="0">
                <a:solidFill>
                  <a:srgbClr val="E2AB9E"/>
                </a:solidFill>
                <a:latin typeface="微软雅黑" panose="020B0503020204020204" charset="-122"/>
                <a:ea typeface="微软雅黑" panose="020B0503020204020204" charset="-122"/>
              </a:rPr>
              <a:t>63</a:t>
            </a:r>
            <a:r>
              <a:rPr sz="2400" b="1" dirty="0">
                <a:solidFill>
                  <a:srgbClr val="E2AB9E"/>
                </a:solidFill>
                <a:latin typeface="微软雅黑" panose="020B0503020204020204" charset="-122"/>
                <a:ea typeface="微软雅黑" panose="020B0503020204020204" charset="-122"/>
              </a:rPr>
              <a:t>%</a:t>
            </a:r>
            <a:endParaRPr sz="2400" b="1" dirty="0">
              <a:solidFill>
                <a:srgbClr val="E2AB9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575945" y="2015652"/>
            <a:ext cx="13716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</a:rPr>
              <a:t>后端测试覆盖率</a:t>
            </a:r>
            <a:endParaRPr sz="135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794461" y="2282260"/>
            <a:ext cx="762635" cy="252095"/>
          </a:xfrm>
          <a:custGeom>
            <a:avLst/>
            <a:gdLst>
              <a:gd name="sw" fmla="*/ 1 w 1200"/>
              <a:gd name="sh" fmla="*/ 1 h 397"/>
              <a:gd name="mins" fmla="min sw sh"/>
              <a:gd name="dsw" fmla="+- 0 sw mins"/>
              <a:gd name="dsh" fmla="+- 0 sh mins"/>
              <a:gd name="p0x0" fmla="*/ 198 w 1200"/>
              <a:gd name="p0y0" fmla="*/ 0 h 397"/>
              <a:gd name="p0x1" fmla="*/ 1001 w 1200"/>
              <a:gd name="p0y1" fmla="*/ 0 h 397"/>
              <a:gd name="p0x2" fmla="*/ 1111 w 1200"/>
              <a:gd name="p0y2" fmla="*/ 0 h 397"/>
              <a:gd name="p0x3" fmla="*/ 1200 w 1200"/>
              <a:gd name="p0y3" fmla="*/ 88 h 397"/>
              <a:gd name="p0x4" fmla="*/ 1200 w 1200"/>
              <a:gd name="p0y4" fmla="*/ 198 h 397"/>
              <a:gd name="p0x5" fmla="*/ 1200 w 1200"/>
              <a:gd name="p0y5" fmla="*/ 308 h 397"/>
              <a:gd name="p0x6" fmla="*/ 1111 w 1200"/>
              <a:gd name="p0y6" fmla="*/ 397 h 397"/>
              <a:gd name="p0x7" fmla="*/ 1001 w 1200"/>
              <a:gd name="p0y7" fmla="*/ 397 h 397"/>
              <a:gd name="p0x8" fmla="*/ 198 w 1200"/>
              <a:gd name="p0y8" fmla="*/ 397 h 397"/>
              <a:gd name="p0x9" fmla="*/ 88 w 1200"/>
              <a:gd name="p0y9" fmla="*/ 397 h 397"/>
              <a:gd name="p0x10" fmla="*/ 0 w 1200"/>
              <a:gd name="p0y10" fmla="*/ 308 h 397"/>
              <a:gd name="p0x11" fmla="*/ 0 w 1200"/>
              <a:gd name="p0y11" fmla="*/ 198 h 397"/>
              <a:gd name="p0x12" fmla="*/ 0 w 1200"/>
              <a:gd name="p0y12" fmla="*/ 88 h 397"/>
              <a:gd name="p0x13" fmla="*/ 88 w 1200"/>
              <a:gd name="p0y13" fmla="*/ 0 h 397"/>
              <a:gd name="p0x14" fmla="*/ 198 w 1200"/>
              <a:gd name="p0y14" fmla="*/ 0 h 397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871144" y="2320452"/>
            <a:ext cx="743169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50" b="1">
                <a:solidFill>
                  <a:srgbClr val="7A4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 </a:t>
            </a:r>
            <a:r>
              <a:rPr lang="zh-CN" sz="1050" b="1">
                <a:solidFill>
                  <a:srgbClr val="7A4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个用例</a:t>
            </a:r>
            <a:endParaRPr lang="zh-CN" sz="1050" b="1">
              <a:solidFill>
                <a:srgbClr val="7A483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2567196" y="1181310"/>
            <a:ext cx="1822171" cy="83629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5400" b="1" dirty="0">
                <a:solidFill>
                  <a:srgbClr val="E2AB9E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lang="en-US" sz="5400" b="1" dirty="0">
                <a:solidFill>
                  <a:srgbClr val="E2AB9E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r>
              <a:rPr sz="2400" b="1" dirty="0">
                <a:solidFill>
                  <a:srgbClr val="E2AB9E"/>
                </a:solidFill>
                <a:latin typeface="微软雅黑" panose="020B0503020204020204" charset="-122"/>
                <a:ea typeface="微软雅黑" panose="020B0503020204020204" charset="-122"/>
              </a:rPr>
              <a:t>%</a:t>
            </a:r>
            <a:endParaRPr sz="2400" b="1" dirty="0">
              <a:solidFill>
                <a:srgbClr val="E2AB9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2535268" y="2015652"/>
            <a:ext cx="13716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</a:rPr>
              <a:t>前端测试覆盖率</a:t>
            </a:r>
            <a:endParaRPr sz="135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8"/>
            </p:custDataLst>
          </p:nvPr>
        </p:nvSpPr>
        <p:spPr>
          <a:xfrm>
            <a:off x="2753784" y="2282260"/>
            <a:ext cx="762635" cy="252095"/>
          </a:xfrm>
          <a:custGeom>
            <a:avLst/>
            <a:gdLst>
              <a:gd name="sw" fmla="*/ 1 w 1200"/>
              <a:gd name="sh" fmla="*/ 1 h 397"/>
              <a:gd name="mins" fmla="min sw sh"/>
              <a:gd name="dsw" fmla="+- 0 sw mins"/>
              <a:gd name="dsh" fmla="+- 0 sh mins"/>
              <a:gd name="p0x0" fmla="*/ 198 w 1200"/>
              <a:gd name="p0y0" fmla="*/ 0 h 397"/>
              <a:gd name="p0x1" fmla="*/ 1001 w 1200"/>
              <a:gd name="p0y1" fmla="*/ 0 h 397"/>
              <a:gd name="p0x2" fmla="*/ 1111 w 1200"/>
              <a:gd name="p0y2" fmla="*/ 0 h 397"/>
              <a:gd name="p0x3" fmla="*/ 1200 w 1200"/>
              <a:gd name="p0y3" fmla="*/ 88 h 397"/>
              <a:gd name="p0x4" fmla="*/ 1200 w 1200"/>
              <a:gd name="p0y4" fmla="*/ 198 h 397"/>
              <a:gd name="p0x5" fmla="*/ 1200 w 1200"/>
              <a:gd name="p0y5" fmla="*/ 308 h 397"/>
              <a:gd name="p0x6" fmla="*/ 1111 w 1200"/>
              <a:gd name="p0y6" fmla="*/ 397 h 397"/>
              <a:gd name="p0x7" fmla="*/ 1001 w 1200"/>
              <a:gd name="p0y7" fmla="*/ 397 h 397"/>
              <a:gd name="p0x8" fmla="*/ 198 w 1200"/>
              <a:gd name="p0y8" fmla="*/ 397 h 397"/>
              <a:gd name="p0x9" fmla="*/ 88 w 1200"/>
              <a:gd name="p0y9" fmla="*/ 397 h 397"/>
              <a:gd name="p0x10" fmla="*/ 0 w 1200"/>
              <a:gd name="p0y10" fmla="*/ 308 h 397"/>
              <a:gd name="p0x11" fmla="*/ 0 w 1200"/>
              <a:gd name="p0y11" fmla="*/ 198 h 397"/>
              <a:gd name="p0x12" fmla="*/ 0 w 1200"/>
              <a:gd name="p0y12" fmla="*/ 88 h 397"/>
              <a:gd name="p0x13" fmla="*/ 88 w 1200"/>
              <a:gd name="p0y13" fmla="*/ 0 h 397"/>
              <a:gd name="p0x14" fmla="*/ 198 w 1200"/>
              <a:gd name="p0y14" fmla="*/ 0 h 397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2830467" y="2320452"/>
            <a:ext cx="743169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50" b="1">
                <a:solidFill>
                  <a:srgbClr val="7A4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45 </a:t>
            </a:r>
            <a:r>
              <a:rPr lang="zh-CN" sz="1050" b="1">
                <a:solidFill>
                  <a:srgbClr val="7A4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个用例</a:t>
            </a:r>
            <a:endParaRPr lang="zh-CN" sz="1050" b="1">
              <a:solidFill>
                <a:srgbClr val="7A483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5350944" y="1153477"/>
            <a:ext cx="1113758" cy="83629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lang="en-US" sz="5400" b="1" dirty="0">
                <a:solidFill>
                  <a:srgbClr val="E2AB9E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sz="5400" b="1" dirty="0">
              <a:solidFill>
                <a:srgbClr val="E2AB9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5050535" y="1987819"/>
            <a:ext cx="12002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35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</a:rPr>
              <a:t>修复安全漏洞</a:t>
            </a:r>
            <a:endParaRPr sz="135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2"/>
            </p:custDataLst>
          </p:nvPr>
        </p:nvSpPr>
        <p:spPr>
          <a:xfrm>
            <a:off x="5136336" y="2254427"/>
            <a:ext cx="856615" cy="252095"/>
          </a:xfrm>
          <a:custGeom>
            <a:avLst/>
            <a:gdLst>
              <a:gd name="sw" fmla="*/ 1 w 1349"/>
              <a:gd name="sh" fmla="*/ 1 h 397"/>
              <a:gd name="mins" fmla="min sw sh"/>
              <a:gd name="dsw" fmla="+- 0 sw mins"/>
              <a:gd name="dsh" fmla="+- 0 sh mins"/>
              <a:gd name="p0x0" fmla="*/ 198 w 1349"/>
              <a:gd name="p0y0" fmla="*/ 0 h 397"/>
              <a:gd name="p0x1" fmla="*/ 1150 w 1349"/>
              <a:gd name="p0y1" fmla="*/ 0 h 397"/>
              <a:gd name="p0x2" fmla="*/ 1260 w 1349"/>
              <a:gd name="p0y2" fmla="*/ 0 h 397"/>
              <a:gd name="p0x3" fmla="*/ 1349 w 1349"/>
              <a:gd name="p0y3" fmla="*/ 88 h 397"/>
              <a:gd name="p0x4" fmla="*/ 1349 w 1349"/>
              <a:gd name="p0y4" fmla="*/ 198 h 397"/>
              <a:gd name="p0x5" fmla="*/ 1349 w 1349"/>
              <a:gd name="p0y5" fmla="*/ 308 h 397"/>
              <a:gd name="p0x6" fmla="*/ 1260 w 1349"/>
              <a:gd name="p0y6" fmla="*/ 397 h 397"/>
              <a:gd name="p0x7" fmla="*/ 1150 w 1349"/>
              <a:gd name="p0y7" fmla="*/ 397 h 397"/>
              <a:gd name="p0x8" fmla="*/ 198 w 1349"/>
              <a:gd name="p0y8" fmla="*/ 397 h 397"/>
              <a:gd name="p0x9" fmla="*/ 88 w 1349"/>
              <a:gd name="p0y9" fmla="*/ 397 h 397"/>
              <a:gd name="p0x10" fmla="*/ 0 w 1349"/>
              <a:gd name="p0y10" fmla="*/ 308 h 397"/>
              <a:gd name="p0x11" fmla="*/ 0 w 1349"/>
              <a:gd name="p0y11" fmla="*/ 198 h 397"/>
              <a:gd name="p0x12" fmla="*/ 0 w 1349"/>
              <a:gd name="p0y12" fmla="*/ 88 h 397"/>
              <a:gd name="p0x13" fmla="*/ 88 w 1349"/>
              <a:gd name="p0y13" fmla="*/ 0 h 397"/>
              <a:gd name="p0x14" fmla="*/ 198 w 1349"/>
              <a:gd name="p0y14" fmla="*/ 0 h 397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E4F6E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5212612" y="2292619"/>
            <a:ext cx="837905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50" b="1">
                <a:solidFill>
                  <a:srgbClr val="1F5F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sz="1050" b="1">
                <a:solidFill>
                  <a:srgbClr val="1F5F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辅助审查</a:t>
            </a:r>
            <a:endParaRPr lang="zh-CN" sz="1050" b="1">
              <a:solidFill>
                <a:srgbClr val="1F5F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4"/>
            </p:custDataLst>
          </p:nvPr>
        </p:nvSpPr>
        <p:spPr>
          <a:xfrm>
            <a:off x="575945" y="2880995"/>
            <a:ext cx="3546475" cy="3590925"/>
          </a:xfrm>
          <a:custGeom>
            <a:avLst/>
            <a:gdLst>
              <a:gd name="sw" fmla="*/ 1 w 5585"/>
              <a:gd name="sh" fmla="*/ 1 h 5655"/>
              <a:gd name="mins" fmla="min sw sh"/>
              <a:gd name="dsw" fmla="+- 0 sw mins"/>
              <a:gd name="dsh" fmla="+- 0 sh mins"/>
              <a:gd name="p0x0" fmla="*/ 150 w 5585"/>
              <a:gd name="p0y0" fmla="*/ 0 h 5655"/>
              <a:gd name="p0x1" fmla="*/ 5435 w 5585"/>
              <a:gd name="p0y1" fmla="*/ 0 h 5655"/>
              <a:gd name="p0x2" fmla="*/ 5517 w 5585"/>
              <a:gd name="p0y2" fmla="*/ 0 h 5655"/>
              <a:gd name="p0x3" fmla="*/ 5585 w 5585"/>
              <a:gd name="p0y3" fmla="*/ 67 h 5655"/>
              <a:gd name="p0x4" fmla="*/ 5585 w 5585"/>
              <a:gd name="p0y4" fmla="*/ 150 h 5655"/>
              <a:gd name="p0x5" fmla="*/ 5585 w 5585"/>
              <a:gd name="p0y5" fmla="*/ 5505 h 5655"/>
              <a:gd name="p0x6" fmla="*/ 5585 w 5585"/>
              <a:gd name="p0y6" fmla="*/ 5587 h 5655"/>
              <a:gd name="p0x7" fmla="*/ 5517 w 5585"/>
              <a:gd name="p0y7" fmla="*/ 5655 h 5655"/>
              <a:gd name="p0x8" fmla="*/ 5435 w 5585"/>
              <a:gd name="p0y8" fmla="*/ 5655 h 5655"/>
              <a:gd name="p0x9" fmla="*/ 150 w 5585"/>
              <a:gd name="p0y9" fmla="*/ 5655 h 5655"/>
              <a:gd name="p0x10" fmla="*/ 67 w 5585"/>
              <a:gd name="p0y10" fmla="*/ 5655 h 5655"/>
              <a:gd name="p0x11" fmla="*/ 0 w 5585"/>
              <a:gd name="p0y11" fmla="*/ 5587 h 5655"/>
              <a:gd name="p0x12" fmla="*/ 0 w 5585"/>
              <a:gd name="p0y12" fmla="*/ 5505 h 5655"/>
              <a:gd name="p0x13" fmla="*/ 0 w 5585"/>
              <a:gd name="p0y13" fmla="*/ 150 h 5655"/>
              <a:gd name="p0x14" fmla="*/ 0 w 5585"/>
              <a:gd name="p0y14" fmla="*/ 67 h 5655"/>
              <a:gd name="p0x15" fmla="*/ 67 w 5585"/>
              <a:gd name="p0y15" fmla="*/ 0 h 5655"/>
              <a:gd name="p0x16" fmla="*/ 150 w 5585"/>
              <a:gd name="p0y16" fmla="*/ 0 h 565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9F9"/>
          </a:solidFill>
          <a:ln w="9525" cmpd="sng">
            <a:solidFill>
              <a:srgbClr val="E8DDD9"/>
            </a:solidFill>
            <a:prstDash val="solid"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15"/>
            </p:custDataLst>
          </p:nvPr>
        </p:nvSpPr>
        <p:spPr>
          <a:xfrm>
            <a:off x="771525" y="30765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857250" y="3157220"/>
            <a:ext cx="247650" cy="252730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19"/>
            </p:custDataLst>
          </p:nvPr>
        </p:nvSpPr>
        <p:spPr>
          <a:xfrm>
            <a:off x="1304925" y="3103245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100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测试覆盖</a:t>
            </a:r>
            <a:endParaRPr sz="2100"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20"/>
            </p:custDataLst>
          </p:nvPr>
        </p:nvSpPr>
        <p:spPr>
          <a:xfrm>
            <a:off x="771525" y="377761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 t="-7143" b="-7143"/>
          <a:stretch>
            <a:fillRect/>
          </a:stretch>
        </p:blipFill>
        <p:spPr>
          <a:xfrm>
            <a:off x="838200" y="3834765"/>
            <a:ext cx="133350" cy="1524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4"/>
            </p:custDataLst>
          </p:nvPr>
        </p:nvSpPr>
        <p:spPr>
          <a:xfrm>
            <a:off x="1114425" y="3784845"/>
            <a:ext cx="571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后端</a:t>
            </a:r>
            <a:endParaRPr sz="1500"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5"/>
            </p:custDataLst>
          </p:nvPr>
        </p:nvSpPr>
        <p:spPr>
          <a:xfrm>
            <a:off x="1114425" y="4067261"/>
            <a:ext cx="2813075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en-US" altLang="en-US" sz="1350" dirty="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 </a:t>
            </a:r>
            <a:r>
              <a:rPr lang="zh-CN" altLang="en-US" sz="1350" dirty="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个用例（</a:t>
            </a:r>
            <a:r>
              <a:rPr lang="en-US" altLang="zh-CN" sz="1350" dirty="0" err="1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UserService</a:t>
            </a:r>
            <a:r>
              <a:rPr lang="en-US" altLang="zh-CN" sz="1350" dirty="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en-US" altLang="zh-CN" sz="1350" dirty="0" err="1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TaskService</a:t>
            </a:r>
            <a:r>
              <a:rPr lang="en-US" altLang="zh-CN" sz="1350" dirty="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Controller </a:t>
            </a:r>
            <a:r>
              <a:rPr lang="zh-CN" altLang="en-US" sz="1350" dirty="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全覆盖），覆盖率</a:t>
            </a:r>
            <a:r>
              <a:rPr lang="en-US" altLang="zh-CN" sz="1350" dirty="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63%</a:t>
            </a:r>
            <a:endParaRPr lang="en-US" altLang="zh-CN" sz="1350" dirty="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26"/>
            </p:custDataLst>
          </p:nvPr>
        </p:nvSpPr>
        <p:spPr>
          <a:xfrm>
            <a:off x="771525" y="501967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 t="-3333" b="-3333"/>
          <a:stretch>
            <a:fillRect/>
          </a:stretch>
        </p:blipFill>
        <p:spPr>
          <a:xfrm>
            <a:off x="828675" y="5076825"/>
            <a:ext cx="152400" cy="152400"/>
          </a:xfrm>
          <a:prstGeom prst="rect">
            <a:avLst/>
          </a:prstGeom>
        </p:spPr>
      </p:pic>
      <p:sp>
        <p:nvSpPr>
          <p:cNvPr id="26" name="文本框 25"/>
          <p:cNvSpPr txBox="1"/>
          <p:nvPr>
            <p:custDataLst>
              <p:tags r:id="rId30"/>
            </p:custDataLst>
          </p:nvPr>
        </p:nvSpPr>
        <p:spPr>
          <a:xfrm>
            <a:off x="1114425" y="5026819"/>
            <a:ext cx="571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前端</a:t>
            </a:r>
            <a:endParaRPr sz="1500"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31"/>
            </p:custDataLst>
          </p:nvPr>
        </p:nvSpPr>
        <p:spPr>
          <a:xfrm>
            <a:off x="1114425" y="5309235"/>
            <a:ext cx="2813075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en-US" altLang="en-US" sz="1350" dirty="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45 </a:t>
            </a:r>
            <a:r>
              <a:rPr lang="zh-CN" altLang="en-US" sz="1350" dirty="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个用例（</a:t>
            </a:r>
            <a:r>
              <a:rPr lang="en-US" altLang="zh-CN" sz="1350" dirty="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Login 100% · Register 99.4% · Home 100%</a:t>
            </a:r>
            <a:r>
              <a:rPr lang="zh-CN" altLang="en-US" sz="1350" dirty="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），覆盖率</a:t>
            </a:r>
            <a:r>
              <a:rPr lang="en-US" altLang="zh-CN" sz="1350" dirty="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87%</a:t>
            </a:r>
            <a:endParaRPr lang="en-US" altLang="zh-CN" sz="1350" dirty="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32"/>
            </p:custDataLst>
          </p:nvPr>
        </p:nvSpPr>
        <p:spPr>
          <a:xfrm>
            <a:off x="4322445" y="2880995"/>
            <a:ext cx="3546475" cy="3590925"/>
          </a:xfrm>
          <a:custGeom>
            <a:avLst/>
            <a:gdLst>
              <a:gd name="sw" fmla="*/ 1 w 5585"/>
              <a:gd name="sh" fmla="*/ 1 h 5655"/>
              <a:gd name="mins" fmla="min sw sh"/>
              <a:gd name="dsw" fmla="+- 0 sw mins"/>
              <a:gd name="dsh" fmla="+- 0 sh mins"/>
              <a:gd name="p0x0" fmla="*/ 150 w 5585"/>
              <a:gd name="p0y0" fmla="*/ 0 h 5655"/>
              <a:gd name="p0x1" fmla="*/ 5435 w 5585"/>
              <a:gd name="p0y1" fmla="*/ 0 h 5655"/>
              <a:gd name="p0x2" fmla="*/ 5517 w 5585"/>
              <a:gd name="p0y2" fmla="*/ 0 h 5655"/>
              <a:gd name="p0x3" fmla="*/ 5585 w 5585"/>
              <a:gd name="p0y3" fmla="*/ 67 h 5655"/>
              <a:gd name="p0x4" fmla="*/ 5585 w 5585"/>
              <a:gd name="p0y4" fmla="*/ 150 h 5655"/>
              <a:gd name="p0x5" fmla="*/ 5585 w 5585"/>
              <a:gd name="p0y5" fmla="*/ 5505 h 5655"/>
              <a:gd name="p0x6" fmla="*/ 5585 w 5585"/>
              <a:gd name="p0y6" fmla="*/ 5587 h 5655"/>
              <a:gd name="p0x7" fmla="*/ 5517 w 5585"/>
              <a:gd name="p0y7" fmla="*/ 5655 h 5655"/>
              <a:gd name="p0x8" fmla="*/ 5435 w 5585"/>
              <a:gd name="p0y8" fmla="*/ 5655 h 5655"/>
              <a:gd name="p0x9" fmla="*/ 150 w 5585"/>
              <a:gd name="p0y9" fmla="*/ 5655 h 5655"/>
              <a:gd name="p0x10" fmla="*/ 67 w 5585"/>
              <a:gd name="p0y10" fmla="*/ 5655 h 5655"/>
              <a:gd name="p0x11" fmla="*/ 0 w 5585"/>
              <a:gd name="p0y11" fmla="*/ 5587 h 5655"/>
              <a:gd name="p0x12" fmla="*/ 0 w 5585"/>
              <a:gd name="p0y12" fmla="*/ 5505 h 5655"/>
              <a:gd name="p0x13" fmla="*/ 0 w 5585"/>
              <a:gd name="p0y13" fmla="*/ 150 h 5655"/>
              <a:gd name="p0x14" fmla="*/ 0 w 5585"/>
              <a:gd name="p0y14" fmla="*/ 67 h 5655"/>
              <a:gd name="p0x15" fmla="*/ 67 w 5585"/>
              <a:gd name="p0y15" fmla="*/ 0 h 5655"/>
              <a:gd name="p0x16" fmla="*/ 150 w 5585"/>
              <a:gd name="p0y16" fmla="*/ 0 h 565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9F9"/>
          </a:solidFill>
          <a:ln w="9525" cmpd="sng">
            <a:solidFill>
              <a:srgbClr val="E8DDD9"/>
            </a:solidFill>
            <a:prstDash val="solid"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任意多边形 28"/>
          <p:cNvSpPr/>
          <p:nvPr>
            <p:custDataLst>
              <p:tags r:id="rId33"/>
            </p:custDataLst>
          </p:nvPr>
        </p:nvSpPr>
        <p:spPr>
          <a:xfrm>
            <a:off x="4518025" y="30765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 l="-4167" t="-5278" r="-4167" b="-5278"/>
          <a:stretch>
            <a:fillRect/>
          </a:stretch>
        </p:blipFill>
        <p:spPr>
          <a:xfrm>
            <a:off x="4603750" y="3157220"/>
            <a:ext cx="247650" cy="252730"/>
          </a:xfrm>
          <a:prstGeom prst="rect">
            <a:avLst/>
          </a:prstGeom>
        </p:spPr>
      </p:pic>
      <p:sp>
        <p:nvSpPr>
          <p:cNvPr id="31" name="文本框 30"/>
          <p:cNvSpPr txBox="1"/>
          <p:nvPr>
            <p:custDataLst>
              <p:tags r:id="rId37"/>
            </p:custDataLst>
          </p:nvPr>
        </p:nvSpPr>
        <p:spPr>
          <a:xfrm>
            <a:off x="5051451" y="3103245"/>
            <a:ext cx="215949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en-US" sz="2100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CI/CD + </a:t>
            </a:r>
            <a:r>
              <a:rPr lang="zh-CN" sz="2100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容器化</a:t>
            </a:r>
            <a:endParaRPr lang="zh-CN" sz="2100"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38"/>
            </p:custDataLst>
          </p:nvPr>
        </p:nvSpPr>
        <p:spPr>
          <a:xfrm>
            <a:off x="4518025" y="395287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/>
          <a:stretch>
            <a:fillRect/>
          </a:stretch>
        </p:blipFill>
        <p:spPr>
          <a:xfrm>
            <a:off x="4584700" y="4010025"/>
            <a:ext cx="133350" cy="152400"/>
          </a:xfrm>
          <a:prstGeom prst="rect">
            <a:avLst/>
          </a:prstGeom>
        </p:spPr>
      </p:pic>
      <p:sp>
        <p:nvSpPr>
          <p:cNvPr id="34" name="文本框 33"/>
          <p:cNvSpPr txBox="1"/>
          <p:nvPr>
            <p:custDataLst>
              <p:tags r:id="rId42"/>
            </p:custDataLst>
          </p:nvPr>
        </p:nvSpPr>
        <p:spPr>
          <a:xfrm>
            <a:off x="4860951" y="3767138"/>
            <a:ext cx="28130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GitHub Actions</a:t>
            </a:r>
            <a:r>
              <a:rPr lang="zh-CN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backend job + frontend job </a:t>
            </a:r>
            <a:r>
              <a:rPr lang="zh-CN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并行运行</a:t>
            </a:r>
            <a:endParaRPr lang="zh-CN" altLang="en-US" sz="150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任意多边形 34"/>
          <p:cNvSpPr/>
          <p:nvPr>
            <p:custDataLst>
              <p:tags r:id="rId43"/>
            </p:custDataLst>
          </p:nvPr>
        </p:nvSpPr>
        <p:spPr>
          <a:xfrm>
            <a:off x="4518025" y="482917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6" name="图片 35"/>
          <p:cNvPicPr>
            <a:picLocks noChangeAspect="1"/>
          </p:cNvPicPr>
          <p:nvPr>
            <p:custDataLst>
              <p:tags r:id="rId44"/>
            </p:custDataLst>
          </p:nvPr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 l="-5556" r="-5556"/>
          <a:stretch>
            <a:fillRect/>
          </a:stretch>
        </p:blipFill>
        <p:spPr>
          <a:xfrm>
            <a:off x="4556125" y="4886325"/>
            <a:ext cx="190500" cy="152400"/>
          </a:xfrm>
          <a:prstGeom prst="rect">
            <a:avLst/>
          </a:prstGeom>
        </p:spPr>
      </p:pic>
      <p:sp>
        <p:nvSpPr>
          <p:cNvPr id="37" name="文本框 36"/>
          <p:cNvSpPr txBox="1"/>
          <p:nvPr>
            <p:custDataLst>
              <p:tags r:id="rId47"/>
            </p:custDataLst>
          </p:nvPr>
        </p:nvSpPr>
        <p:spPr>
          <a:xfrm>
            <a:off x="4860951" y="4491038"/>
            <a:ext cx="2813075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</a:t>
            </a:r>
            <a:r>
              <a:rPr lang="en-US" altLang="zh-CN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Dockerfile</a:t>
            </a:r>
            <a:r>
              <a:rPr lang="zh-CN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node → nginx </a:t>
            </a:r>
            <a:r>
              <a:rPr lang="zh-CN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多阶段构建</a:t>
            </a:r>
            <a:r>
              <a:rPr lang="en-US" altLang="zh-CN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SPA fallback + API </a:t>
            </a:r>
            <a:r>
              <a:rPr lang="zh-CN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反代</a:t>
            </a:r>
            <a:endParaRPr lang="zh-CN" altLang="en-US" sz="150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48"/>
            </p:custDataLst>
          </p:nvPr>
        </p:nvSpPr>
        <p:spPr>
          <a:xfrm>
            <a:off x="4518025" y="570547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/>
          <p:cNvPicPr>
            <a:picLocks noChangeAspect="1"/>
          </p:cNvPicPr>
          <p:nvPr>
            <p:custDataLst>
              <p:tags r:id="rId49"/>
            </p:custDataLst>
          </p:nvPr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>
          <a:xfrm>
            <a:off x="4575175" y="5762625"/>
            <a:ext cx="152400" cy="152400"/>
          </a:xfrm>
          <a:prstGeom prst="rect">
            <a:avLst/>
          </a:prstGeom>
        </p:spPr>
      </p:pic>
      <p:sp>
        <p:nvSpPr>
          <p:cNvPr id="40" name="文本框 39"/>
          <p:cNvSpPr txBox="1"/>
          <p:nvPr>
            <p:custDataLst>
              <p:tags r:id="rId52"/>
            </p:custDataLst>
          </p:nvPr>
        </p:nvSpPr>
        <p:spPr>
          <a:xfrm>
            <a:off x="4860951" y="5519738"/>
            <a:ext cx="28130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</a:t>
            </a:r>
            <a:r>
              <a:rPr lang="en-US" altLang="zh-CN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生产两套</a:t>
            </a:r>
            <a:r>
              <a:rPr lang="en-US" altLang="zh-CN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Docker Compose</a:t>
            </a:r>
            <a:endParaRPr lang="en-US" altLang="zh-CN" sz="150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任意多边形 40"/>
          <p:cNvSpPr/>
          <p:nvPr>
            <p:custDataLst>
              <p:tags r:id="rId53"/>
            </p:custDataLst>
          </p:nvPr>
        </p:nvSpPr>
        <p:spPr>
          <a:xfrm>
            <a:off x="8068945" y="2880995"/>
            <a:ext cx="3546475" cy="3590925"/>
          </a:xfrm>
          <a:custGeom>
            <a:avLst/>
            <a:gdLst>
              <a:gd name="sw" fmla="*/ 1 w 5585"/>
              <a:gd name="sh" fmla="*/ 1 h 5655"/>
              <a:gd name="mins" fmla="min sw sh"/>
              <a:gd name="dsw" fmla="+- 0 sw mins"/>
              <a:gd name="dsh" fmla="+- 0 sh mins"/>
              <a:gd name="p0x0" fmla="*/ 150 w 5585"/>
              <a:gd name="p0y0" fmla="*/ 0 h 5655"/>
              <a:gd name="p0x1" fmla="*/ 5435 w 5585"/>
              <a:gd name="p0y1" fmla="*/ 0 h 5655"/>
              <a:gd name="p0x2" fmla="*/ 5517 w 5585"/>
              <a:gd name="p0y2" fmla="*/ 0 h 5655"/>
              <a:gd name="p0x3" fmla="*/ 5585 w 5585"/>
              <a:gd name="p0y3" fmla="*/ 67 h 5655"/>
              <a:gd name="p0x4" fmla="*/ 5585 w 5585"/>
              <a:gd name="p0y4" fmla="*/ 150 h 5655"/>
              <a:gd name="p0x5" fmla="*/ 5585 w 5585"/>
              <a:gd name="p0y5" fmla="*/ 5505 h 5655"/>
              <a:gd name="p0x6" fmla="*/ 5585 w 5585"/>
              <a:gd name="p0y6" fmla="*/ 5587 h 5655"/>
              <a:gd name="p0x7" fmla="*/ 5517 w 5585"/>
              <a:gd name="p0y7" fmla="*/ 5655 h 5655"/>
              <a:gd name="p0x8" fmla="*/ 5435 w 5585"/>
              <a:gd name="p0y8" fmla="*/ 5655 h 5655"/>
              <a:gd name="p0x9" fmla="*/ 150 w 5585"/>
              <a:gd name="p0y9" fmla="*/ 5655 h 5655"/>
              <a:gd name="p0x10" fmla="*/ 67 w 5585"/>
              <a:gd name="p0y10" fmla="*/ 5655 h 5655"/>
              <a:gd name="p0x11" fmla="*/ 0 w 5585"/>
              <a:gd name="p0y11" fmla="*/ 5587 h 5655"/>
              <a:gd name="p0x12" fmla="*/ 0 w 5585"/>
              <a:gd name="p0y12" fmla="*/ 5505 h 5655"/>
              <a:gd name="p0x13" fmla="*/ 0 w 5585"/>
              <a:gd name="p0y13" fmla="*/ 150 h 5655"/>
              <a:gd name="p0x14" fmla="*/ 0 w 5585"/>
              <a:gd name="p0y14" fmla="*/ 67 h 5655"/>
              <a:gd name="p0x15" fmla="*/ 67 w 5585"/>
              <a:gd name="p0y15" fmla="*/ 0 h 5655"/>
              <a:gd name="p0x16" fmla="*/ 150 w 5585"/>
              <a:gd name="p0y16" fmla="*/ 0 h 565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9F9"/>
          </a:solidFill>
          <a:ln w="9525" cmpd="sng">
            <a:solidFill>
              <a:srgbClr val="E8DDD9"/>
            </a:solidFill>
            <a:prstDash val="solid"/>
          </a:ln>
          <a:effectLst>
            <a:outerShdw blurRad="114300" dist="19050" dir="5399999" algn="ctr" rotWithShape="0">
              <a:srgbClr val="2E130F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>
            <p:custDataLst>
              <p:tags r:id="rId54"/>
            </p:custDataLst>
          </p:nvPr>
        </p:nvSpPr>
        <p:spPr>
          <a:xfrm>
            <a:off x="8264525" y="30765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3" name="图片 42"/>
          <p:cNvPicPr>
            <a:picLocks noChangeAspect="1"/>
          </p:cNvPicPr>
          <p:nvPr>
            <p:custDataLst>
              <p:tags r:id="rId55"/>
            </p:custDataLst>
          </p:nvPr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rcRect l="-6522" t="-3067" r="-6522" b="-3067"/>
          <a:stretch>
            <a:fillRect/>
          </a:stretch>
        </p:blipFill>
        <p:spPr>
          <a:xfrm>
            <a:off x="8350250" y="3157220"/>
            <a:ext cx="247650" cy="252730"/>
          </a:xfrm>
          <a:prstGeom prst="rect">
            <a:avLst/>
          </a:prstGeom>
        </p:spPr>
      </p:pic>
      <p:sp>
        <p:nvSpPr>
          <p:cNvPr id="44" name="文本框 43"/>
          <p:cNvSpPr txBox="1"/>
          <p:nvPr>
            <p:custDataLst>
              <p:tags r:id="rId58"/>
            </p:custDataLst>
          </p:nvPr>
        </p:nvSpPr>
        <p:spPr>
          <a:xfrm>
            <a:off x="8797976" y="3103245"/>
            <a:ext cx="8001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100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安全</a:t>
            </a:r>
            <a:endParaRPr sz="2100"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任意多边形 44"/>
          <p:cNvSpPr/>
          <p:nvPr>
            <p:custDataLst>
              <p:tags r:id="rId59"/>
            </p:custDataLst>
          </p:nvPr>
        </p:nvSpPr>
        <p:spPr>
          <a:xfrm>
            <a:off x="8264525" y="446722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6" name="图片 45"/>
          <p:cNvPicPr>
            <a:picLocks noChangeAspect="1"/>
          </p:cNvPicPr>
          <p:nvPr>
            <p:custDataLst>
              <p:tags r:id="rId60"/>
            </p:custDataLst>
          </p:nvPr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rcRect/>
          <a:stretch>
            <a:fillRect/>
          </a:stretch>
        </p:blipFill>
        <p:spPr>
          <a:xfrm>
            <a:off x="8302625" y="4524375"/>
            <a:ext cx="190500" cy="152400"/>
          </a:xfrm>
          <a:prstGeom prst="rect">
            <a:avLst/>
          </a:prstGeom>
        </p:spPr>
      </p:pic>
      <p:sp>
        <p:nvSpPr>
          <p:cNvPr id="47" name="文本框 46"/>
          <p:cNvSpPr txBox="1"/>
          <p:nvPr>
            <p:custDataLst>
              <p:tags r:id="rId63"/>
            </p:custDataLst>
          </p:nvPr>
        </p:nvSpPr>
        <p:spPr>
          <a:xfrm>
            <a:off x="8607476" y="4281488"/>
            <a:ext cx="28130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辅助</a:t>
            </a:r>
            <a:r>
              <a:rPr lang="en-US" altLang="zh-CN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OWASP </a:t>
            </a:r>
            <a:r>
              <a:rPr lang="zh-CN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审查，前后端合计修复</a:t>
            </a:r>
            <a:r>
              <a:rPr lang="en-US" altLang="zh-CN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6 </a:t>
            </a:r>
            <a:r>
              <a:rPr lang="zh-CN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处漏洞</a:t>
            </a:r>
            <a:endParaRPr lang="zh-CN" altLang="en-US" sz="150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任意多边形 47"/>
          <p:cNvSpPr/>
          <p:nvPr>
            <p:custDataLst>
              <p:tags r:id="rId64"/>
            </p:custDataLst>
          </p:nvPr>
        </p:nvSpPr>
        <p:spPr>
          <a:xfrm>
            <a:off x="8264525" y="519112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EB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9" name="图片 48"/>
          <p:cNvPicPr>
            <a:picLocks noChangeAspect="1"/>
          </p:cNvPicPr>
          <p:nvPr>
            <p:custDataLst>
              <p:tags r:id="rId65"/>
            </p:custDataLst>
          </p:nvPr>
        </p:nvPicPr>
        <p:blipFill>
          <a:blip r:embed="rId66"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rcRect/>
          <a:stretch>
            <a:fillRect/>
          </a:stretch>
        </p:blipFill>
        <p:spPr>
          <a:xfrm>
            <a:off x="8321675" y="5248275"/>
            <a:ext cx="152400" cy="152400"/>
          </a:xfrm>
          <a:prstGeom prst="rect">
            <a:avLst/>
          </a:prstGeom>
        </p:spPr>
      </p:pic>
      <p:sp>
        <p:nvSpPr>
          <p:cNvPr id="50" name="文本框 49"/>
          <p:cNvSpPr txBox="1"/>
          <p:nvPr>
            <p:custDataLst>
              <p:tags r:id="rId68"/>
            </p:custDataLst>
          </p:nvPr>
        </p:nvSpPr>
        <p:spPr>
          <a:xfrm>
            <a:off x="8607476" y="5005388"/>
            <a:ext cx="28130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Gitleaks </a:t>
            </a:r>
            <a:r>
              <a:rPr lang="zh-CN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密钥扫描</a:t>
            </a:r>
            <a:r>
              <a:rPr lang="en-US" altLang="zh-CN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npm audit </a:t>
            </a:r>
            <a:r>
              <a:rPr lang="zh-CN" altLang="en-US" sz="1500">
                <a:solidFill>
                  <a:srgbClr val="684C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依赖漏洞扫描（全员参与）</a:t>
            </a:r>
            <a:endParaRPr lang="zh-CN" altLang="en-US" sz="1500">
              <a:solidFill>
                <a:srgbClr val="684C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6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70" y="2774718"/>
            <a:ext cx="5980232" cy="2085171"/>
          </a:xfrm>
          <a:prstGeom prst="rect">
            <a:avLst/>
          </a:prstGeom>
        </p:spPr>
      </p:pic>
      <p:pic>
        <p:nvPicPr>
          <p:cNvPr id="54" name="图片 53"/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1349" y="947738"/>
            <a:ext cx="4496190" cy="4747671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E130F"/>
                </a:solidFill>
                <a:latin typeface="微软雅黑" panose="020B0503020204020204" charset="-122"/>
                <a:ea typeface="微软雅黑" panose="020B0503020204020204" charset="-122"/>
              </a:rPr>
              <a:t>团队分工</a:t>
            </a:r>
            <a:endParaRPr sz="3000" b="1">
              <a:solidFill>
                <a:srgbClr val="2E1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571500" y="1104900"/>
          <a:ext cx="11049000" cy="49971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7350"/>
                <a:gridCol w="9391650"/>
              </a:tblGrid>
              <a:tr h="512415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E1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成员</a:t>
                      </a:r>
                      <a:endParaRPr sz="1350" b="1">
                        <a:solidFill>
                          <a:srgbClr val="2E130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E1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主要负责</a:t>
                      </a:r>
                      <a:endParaRPr sz="1350" b="1">
                        <a:solidFill>
                          <a:srgbClr val="2E130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</a:tr>
              <a:tr h="1499596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E1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商雨婷</a:t>
                      </a:r>
                      <a:endParaRPr sz="1350" b="0">
                        <a:solidFill>
                          <a:srgbClr val="2E130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A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350" b="0" dirty="0">
                          <a:solidFill>
                            <a:srgbClr val="2E1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后端全部接口</a:t>
                      </a:r>
                      <a:r>
                        <a:rPr lang="en-US" altLang="zh-CN" sz="1350" b="0" dirty="0">
                          <a:solidFill>
                            <a:srgbClr val="2E1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· </a:t>
                      </a:r>
                      <a:r>
                        <a:rPr lang="zh-CN" altLang="en-US" sz="1350" b="0" dirty="0">
                          <a:solidFill>
                            <a:srgbClr val="2E1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外接</a:t>
                      </a:r>
                      <a:r>
                        <a:rPr lang="en-US" altLang="zh-CN" sz="1350" b="0" dirty="0">
                          <a:solidFill>
                            <a:srgbClr val="2E1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AI· </a:t>
                      </a:r>
                      <a:r>
                        <a:rPr lang="zh-CN" altLang="en-US" sz="1350" b="0" dirty="0">
                          <a:solidFill>
                            <a:srgbClr val="2E1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测试</a:t>
                      </a:r>
                      <a:r>
                        <a:rPr lang="en-US" altLang="zh-CN" sz="1350" b="0" dirty="0">
                          <a:solidFill>
                            <a:srgbClr val="2E1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</a:t>
                      </a:r>
                      <a:r>
                        <a:rPr lang="zh-CN" altLang="en-US" sz="1350" b="0" dirty="0">
                          <a:solidFill>
                            <a:srgbClr val="2E1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例</a:t>
                      </a:r>
                      <a:r>
                        <a:rPr lang="en-US" altLang="zh-CN" sz="1350" b="0" dirty="0">
                          <a:solidFill>
                            <a:srgbClr val="2E1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· CI ·  Docker</a:t>
                      </a:r>
                      <a:r>
                        <a:rPr lang="zh-CN" altLang="en-US" sz="1350" b="0" dirty="0">
                          <a:solidFill>
                            <a:srgbClr val="2E1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后端</a:t>
                      </a:r>
                      <a:r>
                        <a:rPr lang="en-US" altLang="zh-CN" sz="1350" b="0" dirty="0">
                          <a:solidFill>
                            <a:srgbClr val="2E1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· </a:t>
                      </a:r>
                      <a:r>
                        <a:rPr lang="zh-CN" altLang="en-US" sz="1350" b="0" dirty="0">
                          <a:solidFill>
                            <a:srgbClr val="2E1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日志监控</a:t>
                      </a:r>
                      <a:endParaRPr lang="zh-CN" altLang="en-US" sz="1350" b="0" dirty="0">
                        <a:solidFill>
                          <a:srgbClr val="2E130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AF9F9"/>
                    </a:solidFill>
                  </a:tcPr>
                </a:tc>
              </a:tr>
              <a:tr h="1485452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E1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陈晓彤</a:t>
                      </a:r>
                      <a:endParaRPr sz="1350" b="0">
                        <a:solidFill>
                          <a:srgbClr val="2E130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A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350" b="0" dirty="0">
                          <a:solidFill>
                            <a:srgbClr val="2E1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前端全部页面</a:t>
                      </a:r>
                      <a:r>
                        <a:rPr lang="en-US" altLang="zh-CN" sz="1350" b="0" dirty="0">
                          <a:solidFill>
                            <a:srgbClr val="2E1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· </a:t>
                      </a:r>
                      <a:r>
                        <a:rPr lang="zh-CN" altLang="en-US" sz="1350" b="0" dirty="0">
                          <a:solidFill>
                            <a:srgbClr val="2E1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测试</a:t>
                      </a:r>
                      <a:r>
                        <a:rPr lang="en-US" altLang="zh-CN" sz="1350" b="0" dirty="0">
                          <a:solidFill>
                            <a:srgbClr val="2E1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45</a:t>
                      </a:r>
                      <a:r>
                        <a:rPr lang="zh-CN" altLang="en-US" sz="1350" b="0" dirty="0">
                          <a:solidFill>
                            <a:srgbClr val="2E1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例</a:t>
                      </a:r>
                      <a:r>
                        <a:rPr lang="en-US" altLang="zh-CN" sz="1350" b="0" dirty="0">
                          <a:solidFill>
                            <a:srgbClr val="2E1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(85%) · CI · </a:t>
                      </a:r>
                      <a:r>
                        <a:rPr lang="zh-CN" altLang="en-US" sz="1350" b="0" dirty="0">
                          <a:solidFill>
                            <a:srgbClr val="2E1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前端</a:t>
                      </a:r>
                      <a:r>
                        <a:rPr lang="en-US" altLang="zh-CN" sz="1350" b="0" dirty="0" err="1">
                          <a:solidFill>
                            <a:srgbClr val="2E1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Docker+Nginx</a:t>
                      </a:r>
                      <a:endParaRPr lang="en-US" altLang="zh-CN" sz="1350" b="0" dirty="0">
                        <a:solidFill>
                          <a:srgbClr val="2E130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AF9F9"/>
                    </a:solidFill>
                  </a:tcPr>
                </a:tc>
              </a:tr>
              <a:tr h="1499663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E1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李丽丽</a:t>
                      </a:r>
                      <a:endParaRPr sz="1350" b="0">
                        <a:solidFill>
                          <a:srgbClr val="2E130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A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en-US" sz="1350" b="0" dirty="0">
                          <a:solidFill>
                            <a:srgbClr val="2E1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API</a:t>
                      </a:r>
                      <a:r>
                        <a:rPr lang="zh-CN" altLang="en-US" sz="1350" b="0" dirty="0">
                          <a:solidFill>
                            <a:srgbClr val="2E1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设计文档</a:t>
                      </a:r>
                      <a:r>
                        <a:rPr lang="en-US" altLang="zh-CN" sz="1350" b="0" dirty="0">
                          <a:solidFill>
                            <a:srgbClr val="2E1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· </a:t>
                      </a:r>
                      <a:r>
                        <a:rPr lang="zh-CN" altLang="en-US" sz="1350" b="0" dirty="0">
                          <a:solidFill>
                            <a:srgbClr val="2E1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数据库架构</a:t>
                      </a:r>
                      <a:r>
                        <a:rPr lang="en-US" altLang="zh-CN" sz="1350" b="0" dirty="0">
                          <a:solidFill>
                            <a:srgbClr val="2E1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· </a:t>
                      </a:r>
                      <a:r>
                        <a:rPr lang="zh-CN" altLang="en-US" sz="1350" b="0" dirty="0">
                          <a:solidFill>
                            <a:srgbClr val="2E1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聊天</a:t>
                      </a:r>
                      <a:r>
                        <a:rPr lang="en-US" altLang="zh-CN" sz="1350" b="0" dirty="0">
                          <a:solidFill>
                            <a:srgbClr val="2E1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1350" b="0" dirty="0">
                          <a:solidFill>
                            <a:srgbClr val="2E1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评价</a:t>
                      </a:r>
                      <a:r>
                        <a:rPr lang="en-US" altLang="zh-CN" sz="1350" b="0" dirty="0">
                          <a:solidFill>
                            <a:srgbClr val="2E1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1350" b="0" dirty="0">
                          <a:solidFill>
                            <a:srgbClr val="2E1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个人中心重构</a:t>
                      </a:r>
                      <a:r>
                        <a:rPr lang="en-US" altLang="zh-CN" sz="1350" b="0" dirty="0">
                          <a:solidFill>
                            <a:srgbClr val="2E1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· </a:t>
                      </a:r>
                      <a:r>
                        <a:rPr lang="zh-CN" altLang="en-US" sz="1350" b="0" dirty="0">
                          <a:solidFill>
                            <a:srgbClr val="2E1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界面优化</a:t>
                      </a:r>
                      <a:r>
                        <a:rPr lang="en-US" altLang="zh-CN" sz="1350" b="0" dirty="0">
                          <a:solidFill>
                            <a:srgbClr val="2E1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· CI</a:t>
                      </a:r>
                      <a:r>
                        <a:rPr lang="zh-CN" altLang="en-US" sz="1350" b="0" dirty="0">
                          <a:solidFill>
                            <a:srgbClr val="2E1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整合</a:t>
                      </a:r>
                      <a:r>
                        <a:rPr lang="en-US" altLang="zh-CN" sz="1350" b="0" dirty="0">
                          <a:solidFill>
                            <a:srgbClr val="2E1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· </a:t>
                      </a:r>
                      <a:r>
                        <a:rPr lang="zh-CN" altLang="en-US" sz="1350" b="0" dirty="0">
                          <a:solidFill>
                            <a:srgbClr val="2E1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安全审查</a:t>
                      </a:r>
                      <a:endParaRPr lang="zh-CN" altLang="en-US" sz="1350" b="0" dirty="0">
                        <a:solidFill>
                          <a:srgbClr val="2E130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AF9F9"/>
                    </a:solidFill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4596555" y="6263954"/>
            <a:ext cx="2998889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sz="1350" i="1">
                <a:solidFill>
                  <a:srgbClr val="9A8581"/>
                </a:solidFill>
                <a:latin typeface="微软雅黑" panose="020B0503020204020204" charset="-122"/>
                <a:ea typeface="微软雅黑" panose="020B0503020204020204" charset="-122"/>
              </a:rPr>
              <a:t>github.com/s-123489/HelpMate</a:t>
            </a:r>
            <a:endParaRPr sz="1350" i="1">
              <a:solidFill>
                <a:srgbClr val="9A85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0"/>
          <p:cNvSpPr>
            <a:spLocks noGrp="1"/>
          </p:cNvSpPr>
          <p:nvPr>
            <p:ph type="body" idx="16386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3" name="标题 7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感谢聆听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42"/>
</p:tagLst>
</file>

<file path=ppt/tags/tag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42"/>
</p:tagLst>
</file>

<file path=ppt/tags/tag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42"/>
</p:tagLst>
</file>

<file path=ppt/tags/tag4.xml><?xml version="1.0" encoding="utf-8"?>
<p:tagLst xmlns:p="http://schemas.openxmlformats.org/presentationml/2006/main">
  <p:tag name="KSO_WM_UNIT_TYPE" val="f"/>
  <p:tag name="KSO_WM_UNIT_INDEX" val="1"/>
  <p:tag name="KSO_WM_UNIT_ID" val="_1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42"/>
</p:tagLst>
</file>

<file path=ppt/tags/tag5.xml><?xml version="1.0" encoding="utf-8"?>
<p:tagLst xmlns:p="http://schemas.openxmlformats.org/presentationml/2006/main">
  <p:tag name="KSO_WM_UNIT_TYPE" val="a"/>
  <p:tag name="KSO_WM_UNIT_INDEX" val="1"/>
  <p:tag name="KSO_WM_UNIT_ID" val="_1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42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CATEGORY" val="custom"/>
  <p:tag name="KSO_WM_TEMPLATE_USER_THEME" val="1"/>
  <p:tag name="KSO_WM_TEMPLATE_INDEX" val="40488542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8542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8542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8542"/>
</p:tagLst>
</file>

<file path=ppt/tags/tag10.xml><?xml version="1.0" encoding="utf-8"?>
<p:tagLst xmlns:p="http://schemas.openxmlformats.org/presentationml/2006/main">
  <p:tag name="KSO_WM_UNIT_TYPE" val="f"/>
  <p:tag name="KSO_WM_UNIT_INDEX" val="1"/>
  <p:tag name="KSO_WM_UNIT_ID" val="_3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42"/>
</p:tagLst>
</file>

<file path=ppt/tags/tag11.xml><?xml version="1.0" encoding="utf-8"?>
<p:tagLst xmlns:p="http://schemas.openxmlformats.org/presentationml/2006/main">
  <p:tag name="KSO_WM_UNIT_TYPE" val="f"/>
  <p:tag name="KSO_WM_UNIT_INDEX" val="2"/>
  <p:tag name="KSO_WM_UNIT_ID" val="_3*f*2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42"/>
</p:tagLst>
</file>

<file path=ppt/tags/tag1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42"/>
</p:tagLst>
</file>

<file path=ppt/tags/tag1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42"/>
</p:tagLst>
</file>

<file path=ppt/tags/tag1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42"/>
</p:tagLst>
</file>

<file path=ppt/tags/tag15.xml><?xml version="1.0" encoding="utf-8"?>
<p:tagLst xmlns:p="http://schemas.openxmlformats.org/presentationml/2006/main">
  <p:tag name="KSO_WM_UNIT_TYPE" val="a"/>
  <p:tag name="KSO_WM_UNIT_INDEX" val="1"/>
  <p:tag name="KSO_WM_UNIT_ID" val="_3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42"/>
</p:tagLst>
</file>

<file path=ppt/tags/tag16.xml><?xml version="1.0" encoding="utf-8"?>
<p:tagLst xmlns:p="http://schemas.openxmlformats.org/presentationml/2006/main">
  <p:tag name="KSO_WM_UNIT_TYPE" val="f"/>
  <p:tag name="KSO_WM_UNIT_INDEX" val="1"/>
  <p:tag name="KSO_WM_UNIT_ID" val="_4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42"/>
</p:tagLst>
</file>

<file path=ppt/tags/tag17.xml><?xml version="1.0" encoding="utf-8"?>
<p:tagLst xmlns:p="http://schemas.openxmlformats.org/presentationml/2006/main">
  <p:tag name="KSO_WM_UNIT_TYPE" val="f"/>
  <p:tag name="KSO_WM_UNIT_INDEX" val="2"/>
  <p:tag name="KSO_WM_UNIT_ID" val="_4*f*2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42"/>
</p:tagLst>
</file>

<file path=ppt/tags/tag18.xml><?xml version="1.0" encoding="utf-8"?>
<p:tagLst xmlns:p="http://schemas.openxmlformats.org/presentationml/2006/main">
  <p:tag name="KSO_WM_UNIT_TYPE" val="f"/>
  <p:tag name="KSO_WM_UNIT_INDEX" val="3"/>
  <p:tag name="KSO_WM_UNIT_ID" val="_4*f*3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42"/>
</p:tagLst>
</file>

<file path=ppt/tags/tag19.xml><?xml version="1.0" encoding="utf-8"?>
<p:tagLst xmlns:p="http://schemas.openxmlformats.org/presentationml/2006/main">
  <p:tag name="KSO_WM_UNIT_TYPE" val="f"/>
  <p:tag name="KSO_WM_UNIT_INDEX" val="4"/>
  <p:tag name="KSO_WM_UNIT_ID" val="_4*f*4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42"/>
</p:tagLst>
</file>

<file path=ppt/tags/tag20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42"/>
</p:tagLst>
</file>

<file path=ppt/tags/tag21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42"/>
</p:tagLst>
</file>

<file path=ppt/tags/tag22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42"/>
</p:tagLst>
</file>

<file path=ppt/tags/tag23.xml><?xml version="1.0" encoding="utf-8"?>
<p:tagLst xmlns:p="http://schemas.openxmlformats.org/presentationml/2006/main">
  <p:tag name="KSO_WM_UNIT_TYPE" val="a"/>
  <p:tag name="KSO_WM_UNIT_INDEX" val="1"/>
  <p:tag name="KSO_WM_UNIT_ID" val="_4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42"/>
</p:tagLst>
</file>

<file path=ppt/tags/tag24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42"/>
</p:tagLst>
</file>

<file path=ppt/tags/tag25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42"/>
</p:tagLst>
</file>

<file path=ppt/tags/tag26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42"/>
</p:tagLst>
</file>

<file path=ppt/tags/tag27.xml><?xml version="1.0" encoding="utf-8"?>
<p:tagLst xmlns:p="http://schemas.openxmlformats.org/presentationml/2006/main">
  <p:tag name="KSO_WM_UNIT_TYPE" val="a"/>
  <p:tag name="KSO_WM_UNIT_INDEX" val="1"/>
  <p:tag name="KSO_WM_UNIT_ID" val="_5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42"/>
</p:tagLst>
</file>

<file path=ppt/tags/tag28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42"/>
</p:tagLst>
</file>

<file path=ppt/tags/tag29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42"/>
</p:tagLst>
</file>

<file path=ppt/tags/tag30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42"/>
</p:tagLst>
</file>

<file path=ppt/tags/tag31.xml><?xml version="1.0" encoding="utf-8"?>
<p:tagLst xmlns:p="http://schemas.openxmlformats.org/presentationml/2006/main">
  <p:tag name="KSO_WM_UNIT_TYPE" val="f"/>
  <p:tag name="KSO_WM_UNIT_INDEX" val="1"/>
  <p:tag name="KSO_WM_UNIT_ID" val="_7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42"/>
</p:tagLst>
</file>

<file path=ppt/tags/tag32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42"/>
</p:tagLst>
</file>

<file path=ppt/tags/tag33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42"/>
</p:tagLst>
</file>

<file path=ppt/tags/tag34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42"/>
</p:tagLst>
</file>

<file path=ppt/tags/tag35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42"/>
</p:tagLst>
</file>

<file path=ppt/tags/tag36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42"/>
</p:tagLst>
</file>

<file path=ppt/tags/tag37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42"/>
</p:tagLst>
</file>

<file path=ppt/tags/tag38.xml><?xml version="1.0" encoding="utf-8"?>
<p:tagLst xmlns:p="http://schemas.openxmlformats.org/presentationml/2006/main">
  <p:tag name="KSO_WM_UNIT_TYPE" val="f"/>
  <p:tag name="KSO_WM_UNIT_INDEX" val="1"/>
  <p:tag name="KSO_WM_UNIT_ID" val="_8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42"/>
</p:tagLst>
</file>

<file path=ppt/tags/tag39.xml><?xml version="1.0" encoding="utf-8"?>
<p:tagLst xmlns:p="http://schemas.openxmlformats.org/presentationml/2006/main">
  <p:tag name="KSO_WM_UNIT_TYPE" val="a"/>
  <p:tag name="KSO_WM_UNIT_INDEX" val="1"/>
  <p:tag name="KSO_WM_UNIT_ID" val="_8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42"/>
</p:tagLst>
</file>

<file path=ppt/tags/tag4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2"/>
  <p:tag name="KSO_WM_UNIT_ID" val="_9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42"/>
</p:tagLst>
</file>

<file path=ppt/tags/tag4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3"/>
  <p:tag name="KSO_WM_UNIT_ID" val="_9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42"/>
</p:tagLst>
</file>

<file path=ppt/tags/tag42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1"/>
  <p:tag name="KSO_WM_UNIT_SUBTYPE" val="c"/>
  <p:tag name="KSO_WM_UNIT_TEXT_TYPE" val="1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542"/>
  <p:tag name="KSO_WM_TEMPLATE_CATEGORY" val="custom"/>
</p:tagLst>
</file>

<file path=ppt/tags/tag43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c4b09e4217cd3a54666573e685e7dd5bef2c2333"/>
  <p:tag name="KSO_WM_NEWLAYOUT_ID" val="671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542"/>
  <p:tag name="KSO_WM_TEMPLATE_CATEGORY" val="custom"/>
</p:tagLst>
</file>

<file path=ppt/tags/tag44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542"/>
  <p:tag name="KSO_WM_TEMPLATE_CATEGORY" val="custom"/>
</p:tagLst>
</file>

<file path=ppt/tags/tag4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2"/>
  <p:tag name="KSO_WM_UNIT_ID" val="_10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42"/>
</p:tagLst>
</file>

<file path=ppt/tags/tag4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3"/>
  <p:tag name="KSO_WM_UNIT_ID" val="_10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42"/>
</p:tagLst>
</file>

<file path=ppt/tags/tag47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8899b13655bd09a436288976d071582718c0566e"/>
  <p:tag name="KSO_WM_NEWLAYOUT_ID" val="677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542"/>
  <p:tag name="KSO_WM_TEMPLATE_CATEGORY" val="custom"/>
</p:tagLst>
</file>

<file path=ppt/tags/tag48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542"/>
  <p:tag name="KSO_WM_TEMPLATE_CATEGORY" val="custom"/>
</p:tagLst>
</file>

<file path=ppt/tags/tag4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2"/>
  <p:tag name="KSO_WM_UNIT_ID" val="_11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42"/>
</p:tagLst>
</file>

<file path=ppt/tags/tag5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3"/>
  <p:tag name="KSO_WM_UNIT_ID" val="_11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42"/>
</p:tagLst>
</file>

<file path=ppt/tags/tag51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542"/>
  <p:tag name="KSO_WM_TEMPLATE_CATEGORY" val="custom"/>
</p:tagLst>
</file>

<file path=ppt/tags/tag52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0beb49e3ef5ba85bed261371ce4b90c6f4538c5c"/>
  <p:tag name="KSO_WM_NEWLAYOUT_ID" val="683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542"/>
  <p:tag name="KSO_WM_TEMPLATE_CATEGORY" val="custom"/>
</p:tagLst>
</file>

<file path=ppt/tags/tag5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42"/>
</p:tagLst>
</file>

<file path=ppt/tags/tag5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42"/>
</p:tagLst>
</file>

<file path=ppt/tags/tag5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42"/>
</p:tagLst>
</file>

<file path=ppt/tags/tag5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5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b368c92180db041c14780f059dc316b97cf50cb3"/>
  <p:tag name="KSO_WM_NEWLAYOUT_ID" val="1"/>
</p:tagLst>
</file>

<file path=ppt/tags/tag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5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6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6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6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7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2"/>
  <p:tag name="KSO_WM_UNIT_ID" val="_9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42"/>
</p:tagLst>
</file>

<file path=ppt/tags/tag7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42"/>
</p:tagLst>
</file>

<file path=ppt/tags/tag7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42"/>
</p:tagLst>
</file>

<file path=ppt/tags/tag7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42"/>
</p:tagLst>
</file>

<file path=ppt/tags/tag74.xml><?xml version="1.0" encoding="utf-8"?>
<p:tagLst xmlns:p="http://schemas.openxmlformats.org/presentationml/2006/main">
  <p:tag name="KSO_WM_UNIT_TYPE" val="f"/>
  <p:tag name="KSO_WM_UNIT_INDEX" val="1"/>
  <p:tag name="KSO_WM_UNIT_ID" val="_0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42"/>
</p:tagLst>
</file>

<file path=ppt/tags/tag75.xml><?xml version="1.0" encoding="utf-8"?>
<p:tagLst xmlns:p="http://schemas.openxmlformats.org/presentationml/2006/main">
  <p:tag name="KSO_WM_UNIT_TYPE" val="a"/>
  <p:tag name="KSO_WM_UNIT_INDEX" val="1"/>
  <p:tag name="KSO_WM_UNIT_ID" val="_0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42"/>
</p:tagLst>
</file>

<file path=ppt/tags/tag76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7d1b418b74e2b859"/>
  <p:tag name="KSO_WM_TEMPLATE_THUMBS_INDEX" val="1、9"/>
  <p:tag name="KSO_WM_TEMPLATE_INDEX" val="40488542"/>
  <p:tag name="KSO_WM_TEMPLATE_CATEGORY" val="custom"/>
  <p:tag name="KSO_WM_TEMPLATE_MASTER_TYPE" val="0"/>
  <p:tag name="KSO_WM_TAG_VERSION" val="3.0"/>
</p:tagLst>
</file>

<file path=ppt/tags/tag77.xml><?xml version="1.0" encoding="utf-8"?>
<p:tagLst xmlns:p="http://schemas.openxmlformats.org/presentationml/2006/main">
  <p:tag name="KSO_WM_AITEMPLATE_STYLE_ID" val="69796636919"/>
</p:tagLst>
</file>

<file path=ppt/tags/tag78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1"/>
  <p:tag name="KSO_WM_UNIT_SUBTYPE" val="c"/>
  <p:tag name="KSO_WM_UNIT_TEXT_TYPE" val="1"/>
  <p:tag name="KSO_WM_UNIT_PRESET_TEXT" val="20XX YEAR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542"/>
  <p:tag name="KSO_WM_TEMPLATE_CATEGORY" val="custom"/>
</p:tagLst>
</file>

<file path=ppt/tags/tag79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c4b09e4217cd3a54666573e685e7dd5bef2c2333"/>
  <p:tag name="KSO_WM_NEWLAYOUT_ID" val="671"/>
  <p:tag name="KSO_WM_UNIT_PRESET_TEXT" val="单击此处添加文档标题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542"/>
  <p:tag name="KSO_WM_TEMPLATE_CATEGORY" val="custom"/>
</p:tagLst>
</file>

<file path=ppt/tags/tag80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  <p:tag name="KSO_WM_UNIT_PRESET_TEXT" val="BY WPS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542"/>
  <p:tag name="KSO_WM_TEMPLATE_CATEGORY" val="custom"/>
</p:tagLst>
</file>

<file path=ppt/tags/tag81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title"/>
  <p:tag name="KSO_WM_TEMPLATE_SUBCATEGORY" val="29"/>
  <p:tag name="KSO_WM_BEAUTIFY_FLAG" val="#wm#"/>
  <p:tag name="KSO_WM_TEMPLATE_SLIDE_ID" val="slide_7d1b418b74e2b859"/>
  <p:tag name="KSO_WM_TEMPLATE_THUMBS_INDEX" val="1、9"/>
  <p:tag name="KSO_WM_TEMPLATE_INDEX" val="40488542"/>
  <p:tag name="KSO_WM_TEMPLATE_CATEGORY" val="custom"/>
  <p:tag name="KSO_WM_SLIDE_INDEX" val="1"/>
  <p:tag name="KSO_WM_SLIDE_ID" val="custom40488542_1"/>
  <p:tag name="KSO_WM_TEMPLATE_MASTER_TYPE" val="0"/>
  <p:tag name="KSO_WM_SLIDE_LAYOUT" val="a_f"/>
  <p:tag name="KSO_WM_SLIDE_LAYOUT_CNT" val="1_2"/>
  <p:tag name="KSO_WM_TAG_VERSION" val="3.0"/>
</p:tagLst>
</file>

<file path=ppt/tags/tag8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8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8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8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8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8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88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89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90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91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9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93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94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95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96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97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9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99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00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01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02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03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8899b13655bd09a436288976d071582718c0566e"/>
  <p:tag name="KSO_WM_NEWLAYOUT_ID" val="677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542"/>
  <p:tag name="KSO_WM_TEMPLATE_CATEGORY" val="custom"/>
</p:tagLst>
</file>

<file path=ppt/tags/tag104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542"/>
  <p:tag name="KSO_WM_TEMPLATE_CATEGORY" val="custom"/>
</p:tagLst>
</file>

<file path=ppt/tags/tag105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88542"/>
  <p:tag name="KSO_WM_TEMPLATE_CATEGORY" val="custom"/>
  <p:tag name="KSO_WM_SLIDE_INDEX" val="3"/>
  <p:tag name="KSO_WM_SLIDE_ID" val="custom40488542_7"/>
  <p:tag name="KSO_WM_TEMPLATE_MASTER_TYPE" val="0"/>
  <p:tag name="KSO_WM_SLIDE_LAYOUT" val="a_e"/>
  <p:tag name="KSO_WM_SLIDE_LAYOUT_CNT" val="1_1"/>
  <p:tag name="KSO_WM_TAG_VERSION" val="3.0"/>
</p:tagLst>
</file>

<file path=ppt/tags/tag10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07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08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09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110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11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12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13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114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15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16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117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118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19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20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121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122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12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2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2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2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27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128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29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3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3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32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133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3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35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3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37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138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39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40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41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42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143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44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45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8899b13655bd09a436288976d071582718c0566e"/>
  <p:tag name="KSO_WM_NEWLAYOUT_ID" val="677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542"/>
  <p:tag name="KSO_WM_TEMPLATE_CATEGORY" val="custom"/>
</p:tagLst>
</file>

<file path=ppt/tags/tag146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542"/>
  <p:tag name="KSO_WM_TEMPLATE_CATEGORY" val="custom"/>
</p:tagLst>
</file>

<file path=ppt/tags/tag147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88542"/>
  <p:tag name="KSO_WM_TEMPLATE_CATEGORY" val="custom"/>
  <p:tag name="KSO_WM_SLIDE_INDEX" val="3"/>
  <p:tag name="KSO_WM_SLIDE_ID" val="custom40488542_7"/>
  <p:tag name="KSO_WM_TEMPLATE_MASTER_TYPE" val="0"/>
  <p:tag name="KSO_WM_SLIDE_LAYOUT" val="a_e"/>
  <p:tag name="KSO_WM_SLIDE_LAYOUT_CNT" val="1_1"/>
  <p:tag name="KSO_WM_TAG_VERSION" val="3.0"/>
</p:tagLst>
</file>

<file path=ppt/tags/tag14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4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5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5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5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53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54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5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56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5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5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59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60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61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62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63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64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65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66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67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68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69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70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171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172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173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17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75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76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177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178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179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180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181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182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83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84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185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186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187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188.xml><?xml version="1.0" encoding="utf-8"?>
<p:tagLst xmlns:p="http://schemas.openxmlformats.org/presentationml/2006/main">
  <p:tag name="KSO_WM_UNIT_TYPE" val="f"/>
  <p:tag name="KSO_WM_UNIT_INDEX" val="30"/>
  <p:tag name="KSO_WM_BEAUTIFY_FLAG" val="#wm#"/>
  <p:tag name="KSO_WM_TAG_VERSION" val="3.0"/>
</p:tagLst>
</file>

<file path=ppt/tags/tag189.xml><?xml version="1.0" encoding="utf-8"?>
<p:tagLst xmlns:p="http://schemas.openxmlformats.org/presentationml/2006/main">
  <p:tag name="KSO_WM_UNIT_TYPE" val="f"/>
  <p:tag name="KSO_WM_UNIT_INDEX" val="31"/>
  <p:tag name="KSO_WM_BEAUTIFY_FLAG" val="#wm#"/>
  <p:tag name="KSO_WM_TAG_VERSION" val="3.0"/>
</p:tagLst>
</file>

<file path=ppt/tags/tag190.xml><?xml version="1.0" encoding="utf-8"?>
<p:tagLst xmlns:p="http://schemas.openxmlformats.org/presentationml/2006/main">
  <p:tag name="KSO_WM_UNIT_TYPE" val="f"/>
  <p:tag name="KSO_WM_UNIT_INDEX" val="32"/>
  <p:tag name="KSO_WM_BEAUTIFY_FLAG" val="#wm#"/>
  <p:tag name="KSO_WM_TAG_VERSION" val="3.0"/>
</p:tagLst>
</file>

<file path=ppt/tags/tag191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92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93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194.xml><?xml version="1.0" encoding="utf-8"?>
<p:tagLst xmlns:p="http://schemas.openxmlformats.org/presentationml/2006/main">
  <p:tag name="KSO_WM_UNIT_TYPE" val="f"/>
  <p:tag name="KSO_WM_UNIT_INDEX" val="33"/>
  <p:tag name="KSO_WM_BEAUTIFY_FLAG" val="#wm#"/>
  <p:tag name="KSO_WM_TAG_VERSION" val="3.0"/>
</p:tagLst>
</file>

<file path=ppt/tags/tag195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196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197.xml><?xml version="1.0" encoding="utf-8"?>
<p:tagLst xmlns:p="http://schemas.openxmlformats.org/presentationml/2006/main">
  <p:tag name="KSO_WM_UNIT_TYPE" val="f"/>
  <p:tag name="KSO_WM_UNIT_INDEX" val="34"/>
  <p:tag name="KSO_WM_BEAUTIFY_FLAG" val="#wm#"/>
  <p:tag name="KSO_WM_TAG_VERSION" val="3.0"/>
</p:tagLst>
</file>

<file path=ppt/tags/tag198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199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200.xml><?xml version="1.0" encoding="utf-8"?>
<p:tagLst xmlns:p="http://schemas.openxmlformats.org/presentationml/2006/main">
  <p:tag name="KSO_WM_UNIT_TYPE" val="f"/>
  <p:tag name="KSO_WM_UNIT_INDEX" val="35"/>
  <p:tag name="KSO_WM_BEAUTIFY_FLAG" val="#wm#"/>
  <p:tag name="KSO_WM_TAG_VERSION" val="3.0"/>
</p:tagLst>
</file>

<file path=ppt/tags/tag201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202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203.xml><?xml version="1.0" encoding="utf-8"?>
<p:tagLst xmlns:p="http://schemas.openxmlformats.org/presentationml/2006/main">
  <p:tag name="KSO_WM_UNIT_TYPE" val="f"/>
  <p:tag name="KSO_WM_UNIT_INDEX" val="36"/>
  <p:tag name="KSO_WM_BEAUTIFY_FLAG" val="#wm#"/>
  <p:tag name="KSO_WM_TAG_VERSION" val="3.0"/>
</p:tagLst>
</file>

<file path=ppt/tags/tag204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205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206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207.xml><?xml version="1.0" encoding="utf-8"?>
<p:tagLst xmlns:p="http://schemas.openxmlformats.org/presentationml/2006/main">
  <p:tag name="KSO_WM_UNIT_TYPE" val="f"/>
  <p:tag name="KSO_WM_UNIT_INDEX" val="37"/>
  <p:tag name="KSO_WM_BEAUTIFY_FLAG" val="#wm#"/>
  <p:tag name="KSO_WM_TAG_VERSION" val="3.0"/>
</p:tagLst>
</file>

<file path=ppt/tags/tag208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209.xml><?xml version="1.0" encoding="utf-8"?>
<p:tagLst xmlns:p="http://schemas.openxmlformats.org/presentationml/2006/main">
  <p:tag name="KSO_WM_UNIT_TYPE" val="f"/>
  <p:tag name="KSO_WM_UNIT_INDEX" val="38"/>
  <p:tag name="KSO_WM_BEAUTIFY_FLAG" val="#wm#"/>
  <p:tag name="KSO_WM_TAG_VERSION" val="3.0"/>
</p:tagLst>
</file>

<file path=ppt/tags/tag210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211.xml><?xml version="1.0" encoding="utf-8"?>
<p:tagLst xmlns:p="http://schemas.openxmlformats.org/presentationml/2006/main">
  <p:tag name="KSO_WM_UNIT_TYPE" val="f"/>
  <p:tag name="KSO_WM_UNIT_INDEX" val="39"/>
  <p:tag name="KSO_WM_BEAUTIFY_FLAG" val="#wm#"/>
  <p:tag name="KSO_WM_TAG_VERSION" val="3.0"/>
</p:tagLst>
</file>

<file path=ppt/tags/tag212.xml><?xml version="1.0" encoding="utf-8"?>
<p:tagLst xmlns:p="http://schemas.openxmlformats.org/presentationml/2006/main">
  <p:tag name="KSO_WM_UNIT_TYPE" val="f"/>
  <p:tag name="KSO_WM_UNIT_INDEX" val="40"/>
  <p:tag name="KSO_WM_BEAUTIFY_FLAG" val="#wm#"/>
  <p:tag name="KSO_WM_TAG_VERSION" val="3.0"/>
</p:tagLst>
</file>

<file path=ppt/tags/tag21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14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21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1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17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1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19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2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2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22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223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24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25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26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27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228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29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30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8899b13655bd09a436288976d071582718c0566e"/>
  <p:tag name="KSO_WM_NEWLAYOUT_ID" val="677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542"/>
  <p:tag name="KSO_WM_TEMPLATE_CATEGORY" val="custom"/>
</p:tagLst>
</file>

<file path=ppt/tags/tag231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542"/>
  <p:tag name="KSO_WM_TEMPLATE_CATEGORY" val="custom"/>
</p:tagLst>
</file>

<file path=ppt/tags/tag232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88542"/>
  <p:tag name="KSO_WM_TEMPLATE_CATEGORY" val="custom"/>
  <p:tag name="KSO_WM_SLIDE_INDEX" val="3"/>
  <p:tag name="KSO_WM_SLIDE_ID" val="custom40488542_7"/>
  <p:tag name="KSO_WM_TEMPLATE_MASTER_TYPE" val="0"/>
  <p:tag name="KSO_WM_SLIDE_LAYOUT" val="a_e"/>
  <p:tag name="KSO_WM_SLIDE_LAYOUT_CNT" val="1_1"/>
  <p:tag name="KSO_WM_TAG_VERSION" val="3.0"/>
</p:tagLst>
</file>

<file path=ppt/tags/tag23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3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3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36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3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3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39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240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41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42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43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244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4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4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47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48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49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50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251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52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53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254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55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56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57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258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59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60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61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262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63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264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65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266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67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268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69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270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271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272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273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274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275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276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277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278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279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280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281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282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283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284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285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8899b13655bd09a436288976d071582718c0566e"/>
  <p:tag name="KSO_WM_NEWLAYOUT_ID" val="677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542"/>
  <p:tag name="KSO_WM_TEMPLATE_CATEGORY" val="custom"/>
</p:tagLst>
</file>

<file path=ppt/tags/tag286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542"/>
  <p:tag name="KSO_WM_TEMPLATE_CATEGORY" val="custom"/>
</p:tagLst>
</file>

<file path=ppt/tags/tag287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88542"/>
  <p:tag name="KSO_WM_TEMPLATE_CATEGORY" val="custom"/>
  <p:tag name="KSO_WM_SLIDE_INDEX" val="3"/>
  <p:tag name="KSO_WM_SLIDE_ID" val="custom40488542_7"/>
  <p:tag name="KSO_WM_TEMPLATE_MASTER_TYPE" val="0"/>
  <p:tag name="KSO_WM_SLIDE_LAYOUT" val="a_e"/>
  <p:tag name="KSO_WM_SLIDE_LAYOUT_CNT" val="1_1"/>
  <p:tag name="KSO_WM_TAG_VERSION" val="3.0"/>
</p:tagLst>
</file>

<file path=ppt/tags/tag28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8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9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91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9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9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94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29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9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97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298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99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00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301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02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0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04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30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0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07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08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09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310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11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12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313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14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15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31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17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18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319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20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2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2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2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24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2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26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2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2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29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330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31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32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33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34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335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36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3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38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39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340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41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42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43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44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345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4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47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48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49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350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51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52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353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354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355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356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357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358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359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360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361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36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6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6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65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66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67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6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6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70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371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72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73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7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75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376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77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78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79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80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381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8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83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84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85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386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87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88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89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90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391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92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93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394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395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396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397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398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399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400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401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402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40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0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05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06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407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408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40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1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11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41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13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1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15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416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41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18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1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420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421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422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423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24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425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426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427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428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429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430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431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432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433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434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435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436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437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438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439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440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441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442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443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444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8899b13655bd09a436288976d071582718c0566e"/>
  <p:tag name="KSO_WM_NEWLAYOUT_ID" val="677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542"/>
  <p:tag name="KSO_WM_TEMPLATE_CATEGORY" val="custom"/>
</p:tagLst>
</file>

<file path=ppt/tags/tag445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542"/>
  <p:tag name="KSO_WM_TEMPLATE_CATEGORY" val="custom"/>
</p:tagLst>
</file>

<file path=ppt/tags/tag446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88542"/>
  <p:tag name="KSO_WM_TEMPLATE_CATEGORY" val="custom"/>
  <p:tag name="KSO_WM_SLIDE_INDEX" val="3"/>
  <p:tag name="KSO_WM_SLIDE_ID" val="custom40488542_7"/>
  <p:tag name="KSO_WM_TEMPLATE_MASTER_TYPE" val="0"/>
  <p:tag name="KSO_WM_SLIDE_LAYOUT" val="a_e"/>
  <p:tag name="KSO_WM_SLIDE_LAYOUT_CNT" val="1_1"/>
  <p:tag name="KSO_WM_TAG_VERSION" val="3.0"/>
</p:tagLst>
</file>

<file path=ppt/tags/tag447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4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49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5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51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52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53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5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55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456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57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45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59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46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6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462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46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464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465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466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467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468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469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470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471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472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473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474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475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476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477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478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479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480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481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482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483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484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485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486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487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488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489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490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491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492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493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494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49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9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9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9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99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00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501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50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503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504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505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50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07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50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509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510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511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512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513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514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515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51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517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518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519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520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521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522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523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524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525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526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527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528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529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530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531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532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533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534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535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536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537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538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539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540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541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542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54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54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4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4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54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48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549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55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551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55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553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55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55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55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55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558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559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560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561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562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563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56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565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566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567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568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569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570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571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572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573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574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575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576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577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578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579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580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581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582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583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584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585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586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587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588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589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590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59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59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93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9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595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96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597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59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599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600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601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60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603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60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605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606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607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608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609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610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611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61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613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614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615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61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617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618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619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620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621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622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623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624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625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626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627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628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629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630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631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632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633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634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635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636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637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638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63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640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64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642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PRESET_TEXT" val="THE END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542"/>
  <p:tag name="KSO_WM_TEMPLATE_CATEGORY" val="custom"/>
</p:tagLst>
</file>

<file path=ppt/tags/tag643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0beb49e3ef5ba85bed261371ce4b90c6f4538c5c"/>
  <p:tag name="KSO_WM_NEWLAYOUT_ID" val="683"/>
  <p:tag name="KSO_WM_UNIT_PRESET_TEXT" val="谢谢观看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542"/>
  <p:tag name="KSO_WM_TEMPLATE_CATEGORY" val="custom"/>
</p:tagLst>
</file>

<file path=ppt/tags/tag644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endPage"/>
  <p:tag name="KSO_WM_TEMPLATE_SUBCATEGORY" val="29"/>
  <p:tag name="KSO_WM_BEAUTIFY_FLAG" val="#wm#"/>
  <p:tag name="KSO_WM_TEMPLATE_SLIDE_ID" val="slide_47de9d0eaa58c516"/>
  <p:tag name="KSO_WM_TEMPLATE_INDEX" val="40488542"/>
  <p:tag name="KSO_WM_TEMPLATE_CATEGORY" val="custom"/>
  <p:tag name="KSO_WM_SLIDE_INDEX" val="5"/>
  <p:tag name="KSO_WM_SLIDE_ID" val="custom40488542_9"/>
  <p:tag name="KSO_WM_TEMPLATE_MASTER_TYPE" val="0"/>
  <p:tag name="KSO_WM_SLIDE_LAYOUT" val="a_b"/>
  <p:tag name="KSO_WM_SLIDE_LAYOUT_CNT" val="1_1"/>
  <p:tag name="KSO_WM_TAG_VERSION" val="3.0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399">
      <a:dk1>
        <a:srgbClr val="000000"/>
      </a:dk1>
      <a:lt1>
        <a:srgbClr val="FFFFFF"/>
      </a:lt1>
      <a:dk2>
        <a:srgbClr val="2E130F"/>
      </a:dk2>
      <a:lt2>
        <a:srgbClr val="F7E8E0"/>
      </a:lt2>
      <a:accent1>
        <a:srgbClr val="E2AB9E"/>
      </a:accent1>
      <a:accent2>
        <a:srgbClr val="87BAB5"/>
      </a:accent2>
      <a:accent3>
        <a:srgbClr val="DE826C"/>
      </a:accent3>
      <a:accent4>
        <a:srgbClr val="3DADC1"/>
      </a:accent4>
      <a:accent5>
        <a:srgbClr val="D46934"/>
      </a:accent5>
      <a:accent6>
        <a:srgbClr val="5486C4"/>
      </a:accent6>
      <a:hlink>
        <a:srgbClr val="000000"/>
      </a:hlink>
      <a:folHlink>
        <a:srgbClr val="954F72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3366</Words>
  <Application>WPS 演示</Application>
  <PresentationFormat>宽屏</PresentationFormat>
  <Paragraphs>580</Paragraphs>
  <Slides>21</Slides>
  <Notes>1</Notes>
  <HiddenSlides>0</HiddenSlides>
  <MMClips>1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Arial Unicode MS</vt:lpstr>
      <vt:lpstr>WPS</vt:lpstr>
      <vt:lpstr>Office 主题</vt:lpstr>
      <vt:lpstr>HelpMate 校园跑腿互助平台</vt:lpstr>
      <vt:lpstr>PowerPoint 演示文稿</vt:lpstr>
      <vt:lpstr>项目背景与核心流程</vt:lpstr>
      <vt:lpstr>PowerPoint 演示文稿</vt:lpstr>
      <vt:lpstr>技术架构与数据库设计</vt:lpstr>
      <vt:lpstr>PowerPoint 演示文稿</vt:lpstr>
      <vt:lpstr>PowerPoint 演示文稿</vt:lpstr>
      <vt:lpstr>功能演示</vt:lpstr>
      <vt:lpstr>PowerPoint 演示文稿</vt:lpstr>
      <vt:lpstr>沟通通知与个人中心</vt:lpstr>
      <vt:lpstr>PowerPoint 演示文稿</vt:lpstr>
      <vt:lpstr>PowerPoint 演示文稿</vt:lpstr>
      <vt:lpstr>PowerPoint 演示文稿</vt:lpstr>
      <vt:lpstr>PowerPoint 演示文稿</vt:lpstr>
      <vt:lpstr>工程质量与团队分工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感谢聆听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HelpMate 校园跑腿互助平台</dc:title>
  <dc:creator/>
  <cp:lastModifiedBy>陈彤</cp:lastModifiedBy>
  <cp:revision>17</cp:revision>
  <dcterms:created xsi:type="dcterms:W3CDTF">2026-06-06T07:38:00Z</dcterms:created>
  <dcterms:modified xsi:type="dcterms:W3CDTF">2026-06-10T15:23:51Z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930B6773235BB9B275CC236A81DFCF10_43</vt:lpwstr>
  </property>
  <property fmtid="{D5CDD505-2E9C-101B-9397-08002B2CF9AE}" pid="4" name="KSOTemplateUUID">
    <vt:lpwstr>v1.0_ai_69796636919</vt:lpwstr>
  </property>
</Properties>
</file>